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12"/>
  </p:notesMasterIdLst>
  <p:sldIdLst>
    <p:sldId id="259" r:id="rId2"/>
    <p:sldId id="260" r:id="rId3"/>
    <p:sldId id="262" r:id="rId4"/>
    <p:sldId id="263" r:id="rId5"/>
    <p:sldId id="265" r:id="rId6"/>
    <p:sldId id="264" r:id="rId7"/>
    <p:sldId id="266" r:id="rId8"/>
    <p:sldId id="273" r:id="rId9"/>
    <p:sldId id="274" r:id="rId10"/>
    <p:sldId id="275" r:id="rId11"/>
  </p:sldIdLst>
  <p:sldSz cx="12179300" cy="127333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12"/>
    <p:restoredTop sz="92971"/>
  </p:normalViewPr>
  <p:slideViewPr>
    <p:cSldViewPr snapToGrid="0">
      <p:cViewPr>
        <p:scale>
          <a:sx n="71" d="100"/>
          <a:sy n="71" d="100"/>
        </p:scale>
        <p:origin x="2064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561201-B54B-9546-B2B5-5B57BF2ECE4E}" type="datetimeFigureOut">
              <a:rPr lang="en-US" smtClean="0"/>
              <a:t>4/5/26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952625" y="1143000"/>
            <a:ext cx="29527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08F06A-076A-AB49-9E02-15A3C27D2E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228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7889" rtl="0" eaLnBrk="1" latinLnBrk="0" hangingPunct="1">
      <a:defRPr sz="1598" kern="1200">
        <a:solidFill>
          <a:schemeClr val="tx1"/>
        </a:solidFill>
        <a:latin typeface="+mn-lt"/>
        <a:ea typeface="+mn-ea"/>
        <a:cs typeface="+mn-cs"/>
      </a:defRPr>
    </a:lvl1pPr>
    <a:lvl2pPr marL="608945" algn="l" defTabSz="1217889" rtl="0" eaLnBrk="1" latinLnBrk="0" hangingPunct="1">
      <a:defRPr sz="1598" kern="1200">
        <a:solidFill>
          <a:schemeClr val="tx1"/>
        </a:solidFill>
        <a:latin typeface="+mn-lt"/>
        <a:ea typeface="+mn-ea"/>
        <a:cs typeface="+mn-cs"/>
      </a:defRPr>
    </a:lvl2pPr>
    <a:lvl3pPr marL="1217889" algn="l" defTabSz="1217889" rtl="0" eaLnBrk="1" latinLnBrk="0" hangingPunct="1">
      <a:defRPr sz="1598" kern="1200">
        <a:solidFill>
          <a:schemeClr val="tx1"/>
        </a:solidFill>
        <a:latin typeface="+mn-lt"/>
        <a:ea typeface="+mn-ea"/>
        <a:cs typeface="+mn-cs"/>
      </a:defRPr>
    </a:lvl3pPr>
    <a:lvl4pPr marL="1826834" algn="l" defTabSz="1217889" rtl="0" eaLnBrk="1" latinLnBrk="0" hangingPunct="1">
      <a:defRPr sz="1598" kern="1200">
        <a:solidFill>
          <a:schemeClr val="tx1"/>
        </a:solidFill>
        <a:latin typeface="+mn-lt"/>
        <a:ea typeface="+mn-ea"/>
        <a:cs typeface="+mn-cs"/>
      </a:defRPr>
    </a:lvl4pPr>
    <a:lvl5pPr marL="2435779" algn="l" defTabSz="1217889" rtl="0" eaLnBrk="1" latinLnBrk="0" hangingPunct="1">
      <a:defRPr sz="1598" kern="1200">
        <a:solidFill>
          <a:schemeClr val="tx1"/>
        </a:solidFill>
        <a:latin typeface="+mn-lt"/>
        <a:ea typeface="+mn-ea"/>
        <a:cs typeface="+mn-cs"/>
      </a:defRPr>
    </a:lvl5pPr>
    <a:lvl6pPr marL="3044723" algn="l" defTabSz="1217889" rtl="0" eaLnBrk="1" latinLnBrk="0" hangingPunct="1">
      <a:defRPr sz="1598" kern="1200">
        <a:solidFill>
          <a:schemeClr val="tx1"/>
        </a:solidFill>
        <a:latin typeface="+mn-lt"/>
        <a:ea typeface="+mn-ea"/>
        <a:cs typeface="+mn-cs"/>
      </a:defRPr>
    </a:lvl6pPr>
    <a:lvl7pPr marL="3653668" algn="l" defTabSz="1217889" rtl="0" eaLnBrk="1" latinLnBrk="0" hangingPunct="1">
      <a:defRPr sz="1598" kern="1200">
        <a:solidFill>
          <a:schemeClr val="tx1"/>
        </a:solidFill>
        <a:latin typeface="+mn-lt"/>
        <a:ea typeface="+mn-ea"/>
        <a:cs typeface="+mn-cs"/>
      </a:defRPr>
    </a:lvl7pPr>
    <a:lvl8pPr marL="4262613" algn="l" defTabSz="1217889" rtl="0" eaLnBrk="1" latinLnBrk="0" hangingPunct="1">
      <a:defRPr sz="1598" kern="1200">
        <a:solidFill>
          <a:schemeClr val="tx1"/>
        </a:solidFill>
        <a:latin typeface="+mn-lt"/>
        <a:ea typeface="+mn-ea"/>
        <a:cs typeface="+mn-cs"/>
      </a:defRPr>
    </a:lvl8pPr>
    <a:lvl9pPr marL="4871557" algn="l" defTabSz="1217889" rtl="0" eaLnBrk="1" latinLnBrk="0" hangingPunct="1">
      <a:defRPr sz="159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 AMPLITUDE</a:t>
            </a:r>
          </a:p>
          <a:p>
            <a:r>
              <a:rPr lang="en-US" dirty="0"/>
              <a:t>Acute: n=5, p= 0.01216</a:t>
            </a:r>
          </a:p>
          <a:p>
            <a:r>
              <a:rPr lang="en-US" dirty="0"/>
              <a:t>Acute with AM251: n=6, p=0.1024</a:t>
            </a:r>
          </a:p>
          <a:p>
            <a:r>
              <a:rPr lang="en-US" dirty="0"/>
              <a:t>Repeated: n=9, p=0.2531</a:t>
            </a:r>
          </a:p>
          <a:p>
            <a:r>
              <a:rPr lang="en-US" dirty="0"/>
              <a:t>PAIRED T-TEST comparing before and after </a:t>
            </a:r>
          </a:p>
          <a:p>
            <a:endParaRPr lang="en-US" dirty="0"/>
          </a:p>
          <a:p>
            <a:r>
              <a:rPr lang="en-US" dirty="0"/>
              <a:t>AP FREQUENCY</a:t>
            </a:r>
          </a:p>
          <a:p>
            <a:r>
              <a:rPr lang="en-US" dirty="0"/>
              <a:t>Acute: starting at sweep 5 p= 0.031, 0.021, 0.022, 0.022, 0.022, 0.025</a:t>
            </a:r>
          </a:p>
          <a:p>
            <a:r>
              <a:rPr lang="en-US" dirty="0"/>
              <a:t>Acute with AM251: starting at sweep 5 p= 0.37, 0.35, 0.30, 0.35, 0.83, 0.90</a:t>
            </a:r>
          </a:p>
          <a:p>
            <a:r>
              <a:rPr lang="en-US" dirty="0"/>
              <a:t>Repeated: starting at sweep 5 p= 0.37, 0.17, 0.090, 0.074, 0.16, 0.089</a:t>
            </a:r>
          </a:p>
          <a:p>
            <a:r>
              <a:rPr lang="en-US" dirty="0"/>
              <a:t>Wilcoxon signed rank test comparing before and after for each sweep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08F06A-076A-AB49-9E02-15A3C27D2EF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8493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7DF73-3273-5CA1-B756-90CC87726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DD04CC-2749-0EC0-983D-C4BF94DCDA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50BB88-9818-4FBD-B11A-7357A8EC75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 AMPLITUDE</a:t>
            </a:r>
          </a:p>
          <a:p>
            <a:r>
              <a:rPr lang="en-US" dirty="0"/>
              <a:t>Acute: n=5, p= 0.01216</a:t>
            </a:r>
          </a:p>
          <a:p>
            <a:r>
              <a:rPr lang="en-US" dirty="0"/>
              <a:t>Acute with AM251: n=6, p=0.1024</a:t>
            </a:r>
          </a:p>
          <a:p>
            <a:r>
              <a:rPr lang="en-US" dirty="0"/>
              <a:t>Repeated: n=9, p=0.2531</a:t>
            </a:r>
          </a:p>
          <a:p>
            <a:r>
              <a:rPr lang="en-US" dirty="0"/>
              <a:t>PAIRED T-TEST comparing before and after </a:t>
            </a:r>
          </a:p>
          <a:p>
            <a:endParaRPr lang="en-US" dirty="0"/>
          </a:p>
          <a:p>
            <a:r>
              <a:rPr lang="en-US" dirty="0"/>
              <a:t>AP FREQUENCY</a:t>
            </a:r>
          </a:p>
          <a:p>
            <a:r>
              <a:rPr lang="en-US" dirty="0"/>
              <a:t>Acute: starting at sweep 5 p= 0.031, 0.021, 0.022, 0.022, 0.022, 0.025</a:t>
            </a:r>
          </a:p>
          <a:p>
            <a:r>
              <a:rPr lang="en-US" dirty="0"/>
              <a:t>Acute with AM251: starting at sweep 5 p= 0.37, 0.35, 0.30, 0.35, 0.83, 0.90</a:t>
            </a:r>
          </a:p>
          <a:p>
            <a:r>
              <a:rPr lang="en-US" dirty="0"/>
              <a:t>Repeated: starting at sweep 5 p= 0.37, 0.17, 0.090, 0.074, 0.16, 0.089</a:t>
            </a:r>
          </a:p>
          <a:p>
            <a:r>
              <a:rPr lang="en-US" dirty="0"/>
              <a:t>Wilcoxon signed rank test comparing before and after for each sweep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D46002-3BB8-D1FD-22F4-8C8FED5893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08F06A-076A-AB49-9E02-15A3C27D2EF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1797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E1523-DC2D-065F-B4C0-75382D0DA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1EC0CA-4DFD-AB52-7781-20244DADD1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21BFE8-EBC8-12B4-E5C2-A98CB292BB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 AMPLITUDE</a:t>
            </a:r>
          </a:p>
          <a:p>
            <a:r>
              <a:rPr lang="en-US" dirty="0"/>
              <a:t>Acute: n=5, p= 0.01216</a:t>
            </a:r>
          </a:p>
          <a:p>
            <a:r>
              <a:rPr lang="en-US" dirty="0"/>
              <a:t>Acute with AM251: n=6, p=0.1024</a:t>
            </a:r>
          </a:p>
          <a:p>
            <a:r>
              <a:rPr lang="en-US" dirty="0"/>
              <a:t>Repeated: n=9, p=0.2531</a:t>
            </a:r>
          </a:p>
          <a:p>
            <a:r>
              <a:rPr lang="en-US" dirty="0"/>
              <a:t>PAIRED T-TEST comparing before and after </a:t>
            </a:r>
          </a:p>
          <a:p>
            <a:endParaRPr lang="en-US" dirty="0"/>
          </a:p>
          <a:p>
            <a:r>
              <a:rPr lang="en-US" dirty="0"/>
              <a:t>AP FREQUENCY</a:t>
            </a:r>
          </a:p>
          <a:p>
            <a:r>
              <a:rPr lang="en-US" dirty="0"/>
              <a:t>Acute: starting at sweep 5 p= 0.031, 0.021, 0.022, 0.022, 0.022, 0.025</a:t>
            </a:r>
          </a:p>
          <a:p>
            <a:r>
              <a:rPr lang="en-US" dirty="0"/>
              <a:t>Acute with AM251: starting at sweep 5 p= 0.37, 0.35, 0.30, 0.35, 0.83, 0.90</a:t>
            </a:r>
          </a:p>
          <a:p>
            <a:r>
              <a:rPr lang="en-US" dirty="0"/>
              <a:t>Repeated: starting at sweep 5 p= 0.37, 0.17, 0.090, 0.074, 0.16, 0.089</a:t>
            </a:r>
          </a:p>
          <a:p>
            <a:r>
              <a:rPr lang="en-US" dirty="0"/>
              <a:t>Wilcoxon signed rank test comparing before and after for each sweep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1B9DC-61EC-0447-8430-D131F173F6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08F06A-076A-AB49-9E02-15A3C27D2EF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4850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C72DB-9815-477F-8173-178C6247C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EE97D8-9DBA-6B44-D996-839827B7C3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F9C62A-28B7-C850-6093-36E93BFA80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 AMPLITUDE</a:t>
            </a:r>
          </a:p>
          <a:p>
            <a:r>
              <a:rPr lang="en-US" dirty="0"/>
              <a:t>Acute: n=5, p= 0.01216</a:t>
            </a:r>
          </a:p>
          <a:p>
            <a:r>
              <a:rPr lang="en-US" dirty="0"/>
              <a:t>Acute with AM251: n=6, p=0.1024</a:t>
            </a:r>
          </a:p>
          <a:p>
            <a:r>
              <a:rPr lang="en-US" dirty="0"/>
              <a:t>Repeated: n=9, p=0.2531</a:t>
            </a:r>
          </a:p>
          <a:p>
            <a:r>
              <a:rPr lang="en-US" dirty="0"/>
              <a:t>PAIRED T-TEST comparing before and after </a:t>
            </a:r>
          </a:p>
          <a:p>
            <a:endParaRPr lang="en-US" dirty="0"/>
          </a:p>
          <a:p>
            <a:r>
              <a:rPr lang="en-US" dirty="0"/>
              <a:t>AP FREQUENCY</a:t>
            </a:r>
          </a:p>
          <a:p>
            <a:r>
              <a:rPr lang="en-US" dirty="0"/>
              <a:t>Acute: starting at sweep 5 p= 0.031, 0.021, 0.022, 0.022, 0.022, 0.025</a:t>
            </a:r>
          </a:p>
          <a:p>
            <a:r>
              <a:rPr lang="en-US" dirty="0"/>
              <a:t>Acute with AM251: starting at sweep 5 p= 0.37, 0.35, 0.30, 0.35, 0.83, 0.90</a:t>
            </a:r>
          </a:p>
          <a:p>
            <a:r>
              <a:rPr lang="en-US" dirty="0"/>
              <a:t>Repeated: starting at sweep 5 p= 0.37, 0.17, 0.090, 0.074, 0.16, 0.089</a:t>
            </a:r>
          </a:p>
          <a:p>
            <a:r>
              <a:rPr lang="en-US" dirty="0"/>
              <a:t>Wilcoxon signed rank test comparing before and after for each sweep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44C779-6782-7407-2E94-C458FC7953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08F06A-076A-AB49-9E02-15A3C27D2EF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8872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EE697-FFDB-0CAB-6F5B-AC475D04A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6EFDD3-D206-BC73-4E4D-61726958F6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F946DE-C517-49BB-7D72-76F3EB17AF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 AMPLITUDE</a:t>
            </a:r>
          </a:p>
          <a:p>
            <a:r>
              <a:rPr lang="en-US" dirty="0"/>
              <a:t>Acute: n=5, p= 0.01216</a:t>
            </a:r>
          </a:p>
          <a:p>
            <a:r>
              <a:rPr lang="en-US" dirty="0"/>
              <a:t>Acute with AM251: n=6, p=0.1024</a:t>
            </a:r>
          </a:p>
          <a:p>
            <a:r>
              <a:rPr lang="en-US" dirty="0"/>
              <a:t>Repeated: n=9, p=0.2531</a:t>
            </a:r>
          </a:p>
          <a:p>
            <a:r>
              <a:rPr lang="en-US" dirty="0"/>
              <a:t>PAIRED T-TEST comparing before and after </a:t>
            </a:r>
          </a:p>
          <a:p>
            <a:endParaRPr lang="en-US" dirty="0"/>
          </a:p>
          <a:p>
            <a:r>
              <a:rPr lang="en-US" dirty="0"/>
              <a:t>AP FREQUENCY</a:t>
            </a:r>
          </a:p>
          <a:p>
            <a:r>
              <a:rPr lang="en-US" dirty="0"/>
              <a:t>Acute: starting at sweep 5 p= 0.031, 0.021, 0.022, 0.022, 0.022, 0.025</a:t>
            </a:r>
          </a:p>
          <a:p>
            <a:r>
              <a:rPr lang="en-US" dirty="0"/>
              <a:t>Acute with AM251: starting at sweep 5 p= 0.37, 0.35, 0.30, 0.35, 0.83, 0.90</a:t>
            </a:r>
          </a:p>
          <a:p>
            <a:r>
              <a:rPr lang="en-US" dirty="0"/>
              <a:t>Repeated: starting at sweep 5 p= 0.37, 0.17, 0.090, 0.074, 0.16, 0.089</a:t>
            </a:r>
          </a:p>
          <a:p>
            <a:r>
              <a:rPr lang="en-US" dirty="0"/>
              <a:t>Wilcoxon signed rank test comparing before and after for each sweep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2ABE78-CCB3-9CD3-C5D0-C60AFA75B5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08F06A-076A-AB49-9E02-15A3C27D2EF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2916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Traces</a:t>
            </a:r>
          </a:p>
          <a:p>
            <a:r>
              <a:rPr lang="en-US" dirty="0"/>
              <a:t>Rep cell</a:t>
            </a:r>
          </a:p>
          <a:p>
            <a:r>
              <a:rPr lang="en-US" dirty="0"/>
              <a:t>PPR and CV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08F06A-076A-AB49-9E02-15A3C27D2EF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2849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66BA1-76EF-F2D0-B0A3-2BECB91A5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D4C487-C49A-6203-2F7F-9A1AE86628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01ACEC-48EB-2E2E-125B-8FFBCAA50E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Traces</a:t>
            </a:r>
          </a:p>
          <a:p>
            <a:r>
              <a:rPr lang="en-US" dirty="0"/>
              <a:t>Rep cell</a:t>
            </a:r>
          </a:p>
          <a:p>
            <a:r>
              <a:rPr lang="en-US" dirty="0"/>
              <a:t>PPR and CV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5A50B9-5D5E-CFC0-57CD-255DBDB157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08F06A-076A-AB49-9E02-15A3C27D2EF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7266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C1861-6333-CF33-86DB-99096F16A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0E9660-0AE2-D107-C1E5-C05109A6F5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B7CAB0-B7C5-63E0-BF4D-C73A7996E4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Traces</a:t>
            </a:r>
          </a:p>
          <a:p>
            <a:r>
              <a:rPr lang="en-US" dirty="0"/>
              <a:t>Rep cell</a:t>
            </a:r>
          </a:p>
          <a:p>
            <a:r>
              <a:rPr lang="en-US" dirty="0"/>
              <a:t>PPR and CV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502CCE-1E7A-32BD-134A-334AA91EE6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08F06A-076A-AB49-9E02-15A3C27D2EF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3164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33D36-9617-4922-BBA0-DF9A6D4B4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F5D140-3394-2526-A45A-F326BF02D2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22751D-99FE-8DAC-8A2A-986CF6DD71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Traces</a:t>
            </a:r>
          </a:p>
          <a:p>
            <a:r>
              <a:rPr lang="en-US" dirty="0"/>
              <a:t>Rep cell</a:t>
            </a:r>
          </a:p>
          <a:p>
            <a:r>
              <a:rPr lang="en-US" dirty="0"/>
              <a:t>PPR and CV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563270-B8B0-2519-CA57-097FBE1BA4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08F06A-076A-AB49-9E02-15A3C27D2EF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7658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3448" y="2083906"/>
            <a:ext cx="10352405" cy="4433088"/>
          </a:xfrm>
        </p:spPr>
        <p:txBody>
          <a:bodyPr anchor="b"/>
          <a:lstStyle>
            <a:lvl1pPr algn="ctr">
              <a:defRPr sz="799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6687951"/>
            <a:ext cx="9134475" cy="3074275"/>
          </a:xfrm>
        </p:spPr>
        <p:txBody>
          <a:bodyPr/>
          <a:lstStyle>
            <a:lvl1pPr marL="0" indent="0" algn="ctr">
              <a:buNone/>
              <a:defRPr sz="3197"/>
            </a:lvl1pPr>
            <a:lvl2pPr marL="608945" indent="0" algn="ctr">
              <a:buNone/>
              <a:defRPr sz="2664"/>
            </a:lvl2pPr>
            <a:lvl3pPr marL="1217889" indent="0" algn="ctr">
              <a:buNone/>
              <a:defRPr sz="2397"/>
            </a:lvl3pPr>
            <a:lvl4pPr marL="1826834" indent="0" algn="ctr">
              <a:buNone/>
              <a:defRPr sz="2131"/>
            </a:lvl4pPr>
            <a:lvl5pPr marL="2435779" indent="0" algn="ctr">
              <a:buNone/>
              <a:defRPr sz="2131"/>
            </a:lvl5pPr>
            <a:lvl6pPr marL="3044723" indent="0" algn="ctr">
              <a:buNone/>
              <a:defRPr sz="2131"/>
            </a:lvl6pPr>
            <a:lvl7pPr marL="3653668" indent="0" algn="ctr">
              <a:buNone/>
              <a:defRPr sz="2131"/>
            </a:lvl7pPr>
            <a:lvl8pPr marL="4262613" indent="0" algn="ctr">
              <a:buNone/>
              <a:defRPr sz="2131"/>
            </a:lvl8pPr>
            <a:lvl9pPr marL="4871557" indent="0" algn="ctr">
              <a:buNone/>
              <a:defRPr sz="213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AA46A-6E9F-7141-8668-6D3EB019C2A9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591C1-7CEC-6148-8FA6-114E364A7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840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AA46A-6E9F-7141-8668-6D3EB019C2A9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591C1-7CEC-6148-8FA6-114E364A7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519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0984" y="3174496"/>
            <a:ext cx="10504646" cy="5296714"/>
          </a:xfrm>
        </p:spPr>
        <p:txBody>
          <a:bodyPr anchor="b"/>
          <a:lstStyle>
            <a:lvl1pPr>
              <a:defRPr sz="799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0984" y="8521318"/>
            <a:ext cx="10504646" cy="2785417"/>
          </a:xfrm>
        </p:spPr>
        <p:txBody>
          <a:bodyPr/>
          <a:lstStyle>
            <a:lvl1pPr marL="0" indent="0">
              <a:buNone/>
              <a:defRPr sz="3197">
                <a:solidFill>
                  <a:schemeClr val="tx1">
                    <a:tint val="82000"/>
                  </a:schemeClr>
                </a:solidFill>
              </a:defRPr>
            </a:lvl1pPr>
            <a:lvl2pPr marL="608945" indent="0">
              <a:buNone/>
              <a:defRPr sz="2664">
                <a:solidFill>
                  <a:schemeClr val="tx1">
                    <a:tint val="82000"/>
                  </a:schemeClr>
                </a:solidFill>
              </a:defRPr>
            </a:lvl2pPr>
            <a:lvl3pPr marL="1217889" indent="0">
              <a:buNone/>
              <a:defRPr sz="2397">
                <a:solidFill>
                  <a:schemeClr val="tx1">
                    <a:tint val="82000"/>
                  </a:schemeClr>
                </a:solidFill>
              </a:defRPr>
            </a:lvl3pPr>
            <a:lvl4pPr marL="1826834" indent="0">
              <a:buNone/>
              <a:defRPr sz="2131">
                <a:solidFill>
                  <a:schemeClr val="tx1">
                    <a:tint val="82000"/>
                  </a:schemeClr>
                </a:solidFill>
              </a:defRPr>
            </a:lvl4pPr>
            <a:lvl5pPr marL="2435779" indent="0">
              <a:buNone/>
              <a:defRPr sz="2131">
                <a:solidFill>
                  <a:schemeClr val="tx1">
                    <a:tint val="82000"/>
                  </a:schemeClr>
                </a:solidFill>
              </a:defRPr>
            </a:lvl5pPr>
            <a:lvl6pPr marL="3044723" indent="0">
              <a:buNone/>
              <a:defRPr sz="2131">
                <a:solidFill>
                  <a:schemeClr val="tx1">
                    <a:tint val="82000"/>
                  </a:schemeClr>
                </a:solidFill>
              </a:defRPr>
            </a:lvl6pPr>
            <a:lvl7pPr marL="3653668" indent="0">
              <a:buNone/>
              <a:defRPr sz="2131">
                <a:solidFill>
                  <a:schemeClr val="tx1">
                    <a:tint val="82000"/>
                  </a:schemeClr>
                </a:solidFill>
              </a:defRPr>
            </a:lvl7pPr>
            <a:lvl8pPr marL="4262613" indent="0">
              <a:buNone/>
              <a:defRPr sz="2131">
                <a:solidFill>
                  <a:schemeClr val="tx1">
                    <a:tint val="82000"/>
                  </a:schemeClr>
                </a:solidFill>
              </a:defRPr>
            </a:lvl8pPr>
            <a:lvl9pPr marL="4871557" indent="0">
              <a:buNone/>
              <a:defRPr sz="2131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AA46A-6E9F-7141-8668-6D3EB019C2A9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591C1-7CEC-6148-8FA6-114E364A7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204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7327" y="3389662"/>
            <a:ext cx="5176203" cy="80791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65770" y="3389662"/>
            <a:ext cx="5176203" cy="80791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AA46A-6E9F-7141-8668-6D3EB019C2A9}" type="datetimeFigureOut">
              <a:rPr lang="en-US" smtClean="0"/>
              <a:t>4/5/26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591C1-7CEC-6148-8FA6-114E364A7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753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913" y="677935"/>
            <a:ext cx="10504646" cy="24611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915" y="3121437"/>
            <a:ext cx="5152414" cy="1529768"/>
          </a:xfrm>
        </p:spPr>
        <p:txBody>
          <a:bodyPr anchor="b"/>
          <a:lstStyle>
            <a:lvl1pPr marL="0" indent="0">
              <a:buNone/>
              <a:defRPr sz="3197" b="1"/>
            </a:lvl1pPr>
            <a:lvl2pPr marL="608945" indent="0">
              <a:buNone/>
              <a:defRPr sz="2664" b="1"/>
            </a:lvl2pPr>
            <a:lvl3pPr marL="1217889" indent="0">
              <a:buNone/>
              <a:defRPr sz="2397" b="1"/>
            </a:lvl3pPr>
            <a:lvl4pPr marL="1826834" indent="0">
              <a:buNone/>
              <a:defRPr sz="2131" b="1"/>
            </a:lvl4pPr>
            <a:lvl5pPr marL="2435779" indent="0">
              <a:buNone/>
              <a:defRPr sz="2131" b="1"/>
            </a:lvl5pPr>
            <a:lvl6pPr marL="3044723" indent="0">
              <a:buNone/>
              <a:defRPr sz="2131" b="1"/>
            </a:lvl6pPr>
            <a:lvl7pPr marL="3653668" indent="0">
              <a:buNone/>
              <a:defRPr sz="2131" b="1"/>
            </a:lvl7pPr>
            <a:lvl8pPr marL="4262613" indent="0">
              <a:buNone/>
              <a:defRPr sz="2131" b="1"/>
            </a:lvl8pPr>
            <a:lvl9pPr marL="4871557" indent="0">
              <a:buNone/>
              <a:defRPr sz="213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915" y="4651205"/>
            <a:ext cx="5152414" cy="68412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5771" y="3121437"/>
            <a:ext cx="5177789" cy="1529768"/>
          </a:xfrm>
        </p:spPr>
        <p:txBody>
          <a:bodyPr anchor="b"/>
          <a:lstStyle>
            <a:lvl1pPr marL="0" indent="0">
              <a:buNone/>
              <a:defRPr sz="3197" b="1"/>
            </a:lvl1pPr>
            <a:lvl2pPr marL="608945" indent="0">
              <a:buNone/>
              <a:defRPr sz="2664" b="1"/>
            </a:lvl2pPr>
            <a:lvl3pPr marL="1217889" indent="0">
              <a:buNone/>
              <a:defRPr sz="2397" b="1"/>
            </a:lvl3pPr>
            <a:lvl4pPr marL="1826834" indent="0">
              <a:buNone/>
              <a:defRPr sz="2131" b="1"/>
            </a:lvl4pPr>
            <a:lvl5pPr marL="2435779" indent="0">
              <a:buNone/>
              <a:defRPr sz="2131" b="1"/>
            </a:lvl5pPr>
            <a:lvl6pPr marL="3044723" indent="0">
              <a:buNone/>
              <a:defRPr sz="2131" b="1"/>
            </a:lvl6pPr>
            <a:lvl7pPr marL="3653668" indent="0">
              <a:buNone/>
              <a:defRPr sz="2131" b="1"/>
            </a:lvl7pPr>
            <a:lvl8pPr marL="4262613" indent="0">
              <a:buNone/>
              <a:defRPr sz="2131" b="1"/>
            </a:lvl8pPr>
            <a:lvl9pPr marL="4871557" indent="0">
              <a:buNone/>
              <a:defRPr sz="213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65771" y="4651205"/>
            <a:ext cx="5177789" cy="68412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AA46A-6E9F-7141-8668-6D3EB019C2A9}" type="datetimeFigureOut">
              <a:rPr lang="en-US" smtClean="0"/>
              <a:t>4/5/26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591C1-7CEC-6148-8FA6-114E364A7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930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AA46A-6E9F-7141-8668-6D3EB019C2A9}" type="datetimeFigureOut">
              <a:rPr lang="en-US" smtClean="0"/>
              <a:t>4/5/26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591C1-7CEC-6148-8FA6-114E364A7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283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AA46A-6E9F-7141-8668-6D3EB019C2A9}" type="datetimeFigureOut">
              <a:rPr lang="en-US" smtClean="0"/>
              <a:t>4/5/26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591C1-7CEC-6148-8FA6-114E364A7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34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913" y="848889"/>
            <a:ext cx="3928141" cy="2971112"/>
          </a:xfrm>
        </p:spPr>
        <p:txBody>
          <a:bodyPr anchor="b"/>
          <a:lstStyle>
            <a:lvl1pPr>
              <a:defRPr sz="426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77789" y="1833368"/>
            <a:ext cx="6165771" cy="9048923"/>
          </a:xfrm>
        </p:spPr>
        <p:txBody>
          <a:bodyPr/>
          <a:lstStyle>
            <a:lvl1pPr>
              <a:defRPr sz="4262"/>
            </a:lvl1pPr>
            <a:lvl2pPr>
              <a:defRPr sz="3729"/>
            </a:lvl2pPr>
            <a:lvl3pPr>
              <a:defRPr sz="3197"/>
            </a:lvl3pPr>
            <a:lvl4pPr>
              <a:defRPr sz="2664"/>
            </a:lvl4pPr>
            <a:lvl5pPr>
              <a:defRPr sz="2664"/>
            </a:lvl5pPr>
            <a:lvl6pPr>
              <a:defRPr sz="2664"/>
            </a:lvl6pPr>
            <a:lvl7pPr>
              <a:defRPr sz="2664"/>
            </a:lvl7pPr>
            <a:lvl8pPr>
              <a:defRPr sz="2664"/>
            </a:lvl8pPr>
            <a:lvl9pPr>
              <a:defRPr sz="266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913" y="3820001"/>
            <a:ext cx="3928141" cy="7077025"/>
          </a:xfrm>
        </p:spPr>
        <p:txBody>
          <a:bodyPr/>
          <a:lstStyle>
            <a:lvl1pPr marL="0" indent="0">
              <a:buNone/>
              <a:defRPr sz="2131"/>
            </a:lvl1pPr>
            <a:lvl2pPr marL="608945" indent="0">
              <a:buNone/>
              <a:defRPr sz="1865"/>
            </a:lvl2pPr>
            <a:lvl3pPr marL="1217889" indent="0">
              <a:buNone/>
              <a:defRPr sz="1598"/>
            </a:lvl3pPr>
            <a:lvl4pPr marL="1826834" indent="0">
              <a:buNone/>
              <a:defRPr sz="1332"/>
            </a:lvl4pPr>
            <a:lvl5pPr marL="2435779" indent="0">
              <a:buNone/>
              <a:defRPr sz="1332"/>
            </a:lvl5pPr>
            <a:lvl6pPr marL="3044723" indent="0">
              <a:buNone/>
              <a:defRPr sz="1332"/>
            </a:lvl6pPr>
            <a:lvl7pPr marL="3653668" indent="0">
              <a:buNone/>
              <a:defRPr sz="1332"/>
            </a:lvl7pPr>
            <a:lvl8pPr marL="4262613" indent="0">
              <a:buNone/>
              <a:defRPr sz="1332"/>
            </a:lvl8pPr>
            <a:lvl9pPr marL="4871557" indent="0">
              <a:buNone/>
              <a:defRPr sz="133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AA46A-6E9F-7141-8668-6D3EB019C2A9}" type="datetimeFigureOut">
              <a:rPr lang="en-US" smtClean="0"/>
              <a:t>4/5/26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591C1-7CEC-6148-8FA6-114E364A7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077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913" y="848889"/>
            <a:ext cx="3928141" cy="2971112"/>
          </a:xfrm>
        </p:spPr>
        <p:txBody>
          <a:bodyPr anchor="b"/>
          <a:lstStyle>
            <a:lvl1pPr>
              <a:defRPr sz="426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77789" y="1833368"/>
            <a:ext cx="6165771" cy="9048923"/>
          </a:xfrm>
        </p:spPr>
        <p:txBody>
          <a:bodyPr anchor="t"/>
          <a:lstStyle>
            <a:lvl1pPr marL="0" indent="0">
              <a:buNone/>
              <a:defRPr sz="4262"/>
            </a:lvl1pPr>
            <a:lvl2pPr marL="608945" indent="0">
              <a:buNone/>
              <a:defRPr sz="3729"/>
            </a:lvl2pPr>
            <a:lvl3pPr marL="1217889" indent="0">
              <a:buNone/>
              <a:defRPr sz="3197"/>
            </a:lvl3pPr>
            <a:lvl4pPr marL="1826834" indent="0">
              <a:buNone/>
              <a:defRPr sz="2664"/>
            </a:lvl4pPr>
            <a:lvl5pPr marL="2435779" indent="0">
              <a:buNone/>
              <a:defRPr sz="2664"/>
            </a:lvl5pPr>
            <a:lvl6pPr marL="3044723" indent="0">
              <a:buNone/>
              <a:defRPr sz="2664"/>
            </a:lvl6pPr>
            <a:lvl7pPr marL="3653668" indent="0">
              <a:buNone/>
              <a:defRPr sz="2664"/>
            </a:lvl7pPr>
            <a:lvl8pPr marL="4262613" indent="0">
              <a:buNone/>
              <a:defRPr sz="2664"/>
            </a:lvl8pPr>
            <a:lvl9pPr marL="4871557" indent="0">
              <a:buNone/>
              <a:defRPr sz="266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913" y="3820001"/>
            <a:ext cx="3928141" cy="7077025"/>
          </a:xfrm>
        </p:spPr>
        <p:txBody>
          <a:bodyPr/>
          <a:lstStyle>
            <a:lvl1pPr marL="0" indent="0">
              <a:buNone/>
              <a:defRPr sz="2131"/>
            </a:lvl1pPr>
            <a:lvl2pPr marL="608945" indent="0">
              <a:buNone/>
              <a:defRPr sz="1865"/>
            </a:lvl2pPr>
            <a:lvl3pPr marL="1217889" indent="0">
              <a:buNone/>
              <a:defRPr sz="1598"/>
            </a:lvl3pPr>
            <a:lvl4pPr marL="1826834" indent="0">
              <a:buNone/>
              <a:defRPr sz="1332"/>
            </a:lvl4pPr>
            <a:lvl5pPr marL="2435779" indent="0">
              <a:buNone/>
              <a:defRPr sz="1332"/>
            </a:lvl5pPr>
            <a:lvl6pPr marL="3044723" indent="0">
              <a:buNone/>
              <a:defRPr sz="1332"/>
            </a:lvl6pPr>
            <a:lvl7pPr marL="3653668" indent="0">
              <a:buNone/>
              <a:defRPr sz="1332"/>
            </a:lvl7pPr>
            <a:lvl8pPr marL="4262613" indent="0">
              <a:buNone/>
              <a:defRPr sz="1332"/>
            </a:lvl8pPr>
            <a:lvl9pPr marL="4871557" indent="0">
              <a:buNone/>
              <a:defRPr sz="133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AA46A-6E9F-7141-8668-6D3EB019C2A9}" type="datetimeFigureOut">
              <a:rPr lang="en-US" smtClean="0"/>
              <a:t>4/5/26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591C1-7CEC-6148-8FA6-114E364A7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202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AA46A-6E9F-7141-8668-6D3EB019C2A9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591C1-7CEC-6148-8FA6-114E364A7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570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15812" y="677933"/>
            <a:ext cx="2626162" cy="1079091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7328" y="677933"/>
            <a:ext cx="7726243" cy="1079091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AA46A-6E9F-7141-8668-6D3EB019C2A9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591C1-7CEC-6148-8FA6-114E364A7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175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7327" y="677935"/>
            <a:ext cx="10504646" cy="24611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7327" y="3389662"/>
            <a:ext cx="10504646" cy="80791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7327" y="11801921"/>
            <a:ext cx="2740343" cy="677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9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3AA46A-6E9F-7141-8668-6D3EB019C2A9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4393" y="11801921"/>
            <a:ext cx="4110514" cy="677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9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01630" y="11801921"/>
            <a:ext cx="2740343" cy="677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9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1591C1-7CEC-6148-8FA6-114E364A7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65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217889" rtl="0" eaLnBrk="1" latinLnBrk="0" hangingPunct="1">
        <a:lnSpc>
          <a:spcPct val="90000"/>
        </a:lnSpc>
        <a:spcBef>
          <a:spcPct val="0"/>
        </a:spcBef>
        <a:buNone/>
        <a:defRPr sz="58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472" indent="-304472" algn="l" defTabSz="1217889" rtl="0" eaLnBrk="1" latinLnBrk="0" hangingPunct="1">
        <a:lnSpc>
          <a:spcPct val="90000"/>
        </a:lnSpc>
        <a:spcBef>
          <a:spcPts val="1332"/>
        </a:spcBef>
        <a:buFont typeface="Arial" panose="020B0604020202020204" pitchFamily="34" charset="0"/>
        <a:buChar char="•"/>
        <a:defRPr sz="3729" kern="1200">
          <a:solidFill>
            <a:schemeClr val="tx1"/>
          </a:solidFill>
          <a:latin typeface="+mn-lt"/>
          <a:ea typeface="+mn-ea"/>
          <a:cs typeface="+mn-cs"/>
        </a:defRPr>
      </a:lvl1pPr>
      <a:lvl2pPr marL="913417" indent="-304472" algn="l" defTabSz="1217889" rtl="0" eaLnBrk="1" latinLnBrk="0" hangingPunct="1">
        <a:lnSpc>
          <a:spcPct val="90000"/>
        </a:lnSpc>
        <a:spcBef>
          <a:spcPts val="666"/>
        </a:spcBef>
        <a:buFont typeface="Arial" panose="020B0604020202020204" pitchFamily="34" charset="0"/>
        <a:buChar char="•"/>
        <a:defRPr sz="3197" kern="1200">
          <a:solidFill>
            <a:schemeClr val="tx1"/>
          </a:solidFill>
          <a:latin typeface="+mn-lt"/>
          <a:ea typeface="+mn-ea"/>
          <a:cs typeface="+mn-cs"/>
        </a:defRPr>
      </a:lvl2pPr>
      <a:lvl3pPr marL="1522362" indent="-304472" algn="l" defTabSz="1217889" rtl="0" eaLnBrk="1" latinLnBrk="0" hangingPunct="1">
        <a:lnSpc>
          <a:spcPct val="90000"/>
        </a:lnSpc>
        <a:spcBef>
          <a:spcPts val="666"/>
        </a:spcBef>
        <a:buFont typeface="Arial" panose="020B0604020202020204" pitchFamily="34" charset="0"/>
        <a:buChar char="•"/>
        <a:defRPr sz="2664" kern="1200">
          <a:solidFill>
            <a:schemeClr val="tx1"/>
          </a:solidFill>
          <a:latin typeface="+mn-lt"/>
          <a:ea typeface="+mn-ea"/>
          <a:cs typeface="+mn-cs"/>
        </a:defRPr>
      </a:lvl3pPr>
      <a:lvl4pPr marL="2131306" indent="-304472" algn="l" defTabSz="1217889" rtl="0" eaLnBrk="1" latinLnBrk="0" hangingPunct="1">
        <a:lnSpc>
          <a:spcPct val="90000"/>
        </a:lnSpc>
        <a:spcBef>
          <a:spcPts val="666"/>
        </a:spcBef>
        <a:buFont typeface="Arial" panose="020B0604020202020204" pitchFamily="34" charset="0"/>
        <a:buChar char="•"/>
        <a:defRPr sz="2397" kern="1200">
          <a:solidFill>
            <a:schemeClr val="tx1"/>
          </a:solidFill>
          <a:latin typeface="+mn-lt"/>
          <a:ea typeface="+mn-ea"/>
          <a:cs typeface="+mn-cs"/>
        </a:defRPr>
      </a:lvl4pPr>
      <a:lvl5pPr marL="2740251" indent="-304472" algn="l" defTabSz="1217889" rtl="0" eaLnBrk="1" latinLnBrk="0" hangingPunct="1">
        <a:lnSpc>
          <a:spcPct val="90000"/>
        </a:lnSpc>
        <a:spcBef>
          <a:spcPts val="666"/>
        </a:spcBef>
        <a:buFont typeface="Arial" panose="020B0604020202020204" pitchFamily="34" charset="0"/>
        <a:buChar char="•"/>
        <a:defRPr sz="2397" kern="1200">
          <a:solidFill>
            <a:schemeClr val="tx1"/>
          </a:solidFill>
          <a:latin typeface="+mn-lt"/>
          <a:ea typeface="+mn-ea"/>
          <a:cs typeface="+mn-cs"/>
        </a:defRPr>
      </a:lvl5pPr>
      <a:lvl6pPr marL="3349196" indent="-304472" algn="l" defTabSz="1217889" rtl="0" eaLnBrk="1" latinLnBrk="0" hangingPunct="1">
        <a:lnSpc>
          <a:spcPct val="90000"/>
        </a:lnSpc>
        <a:spcBef>
          <a:spcPts val="666"/>
        </a:spcBef>
        <a:buFont typeface="Arial" panose="020B0604020202020204" pitchFamily="34" charset="0"/>
        <a:buChar char="•"/>
        <a:defRPr sz="2397" kern="1200">
          <a:solidFill>
            <a:schemeClr val="tx1"/>
          </a:solidFill>
          <a:latin typeface="+mn-lt"/>
          <a:ea typeface="+mn-ea"/>
          <a:cs typeface="+mn-cs"/>
        </a:defRPr>
      </a:lvl6pPr>
      <a:lvl7pPr marL="3958140" indent="-304472" algn="l" defTabSz="1217889" rtl="0" eaLnBrk="1" latinLnBrk="0" hangingPunct="1">
        <a:lnSpc>
          <a:spcPct val="90000"/>
        </a:lnSpc>
        <a:spcBef>
          <a:spcPts val="666"/>
        </a:spcBef>
        <a:buFont typeface="Arial" panose="020B0604020202020204" pitchFamily="34" charset="0"/>
        <a:buChar char="•"/>
        <a:defRPr sz="2397" kern="1200">
          <a:solidFill>
            <a:schemeClr val="tx1"/>
          </a:solidFill>
          <a:latin typeface="+mn-lt"/>
          <a:ea typeface="+mn-ea"/>
          <a:cs typeface="+mn-cs"/>
        </a:defRPr>
      </a:lvl7pPr>
      <a:lvl8pPr marL="4567085" indent="-304472" algn="l" defTabSz="1217889" rtl="0" eaLnBrk="1" latinLnBrk="0" hangingPunct="1">
        <a:lnSpc>
          <a:spcPct val="90000"/>
        </a:lnSpc>
        <a:spcBef>
          <a:spcPts val="666"/>
        </a:spcBef>
        <a:buFont typeface="Arial" panose="020B0604020202020204" pitchFamily="34" charset="0"/>
        <a:buChar char="•"/>
        <a:defRPr sz="2397" kern="1200">
          <a:solidFill>
            <a:schemeClr val="tx1"/>
          </a:solidFill>
          <a:latin typeface="+mn-lt"/>
          <a:ea typeface="+mn-ea"/>
          <a:cs typeface="+mn-cs"/>
        </a:defRPr>
      </a:lvl8pPr>
      <a:lvl9pPr marL="5176030" indent="-304472" algn="l" defTabSz="1217889" rtl="0" eaLnBrk="1" latinLnBrk="0" hangingPunct="1">
        <a:lnSpc>
          <a:spcPct val="90000"/>
        </a:lnSpc>
        <a:spcBef>
          <a:spcPts val="666"/>
        </a:spcBef>
        <a:buFont typeface="Arial" panose="020B0604020202020204" pitchFamily="34" charset="0"/>
        <a:buChar char="•"/>
        <a:defRPr sz="239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7889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1pPr>
      <a:lvl2pPr marL="608945" algn="l" defTabSz="1217889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2pPr>
      <a:lvl3pPr marL="1217889" algn="l" defTabSz="1217889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3pPr>
      <a:lvl4pPr marL="1826834" algn="l" defTabSz="1217889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4pPr>
      <a:lvl5pPr marL="2435779" algn="l" defTabSz="1217889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5pPr>
      <a:lvl6pPr marL="3044723" algn="l" defTabSz="1217889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6pPr>
      <a:lvl7pPr marL="3653668" algn="l" defTabSz="1217889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7pPr>
      <a:lvl8pPr marL="4262613" algn="l" defTabSz="1217889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8pPr>
      <a:lvl9pPr marL="4871557" algn="l" defTabSz="1217889" rtl="0" eaLnBrk="1" latinLnBrk="0" hangingPunct="1">
        <a:defRPr sz="239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ph with lines and numbers&#10;&#10;AI-generated content may be incorrect.">
            <a:extLst>
              <a:ext uri="{FF2B5EF4-FFF2-40B4-BE49-F238E27FC236}">
                <a16:creationId xmlns:a16="http://schemas.microsoft.com/office/drawing/2014/main" id="{733F0BAD-9FA8-12AD-A061-6CB138E247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629" y="1755158"/>
            <a:ext cx="4177770" cy="2984122"/>
          </a:xfrm>
          <a:prstGeom prst="rect">
            <a:avLst/>
          </a:prstGeom>
        </p:spPr>
      </p:pic>
      <p:pic>
        <p:nvPicPr>
          <p:cNvPr id="3" name="Picture 2" descr="A graph with a line and a line&#10;&#10;AI-generated content may be incorrect.">
            <a:extLst>
              <a:ext uri="{FF2B5EF4-FFF2-40B4-BE49-F238E27FC236}">
                <a16:creationId xmlns:a16="http://schemas.microsoft.com/office/drawing/2014/main" id="{67373C21-16D1-9BED-0A31-D07F24FED5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9627" y="4818698"/>
            <a:ext cx="4177770" cy="29841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878A55B-2FA3-F34F-CE04-A6B9E76BFF8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389627" y="7802820"/>
            <a:ext cx="4177770" cy="29841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114D4B5-2B3D-DFF7-5A46-F654D0CA1634}"/>
              </a:ext>
            </a:extLst>
          </p:cNvPr>
          <p:cNvSpPr txBox="1"/>
          <p:nvPr/>
        </p:nvSpPr>
        <p:spPr>
          <a:xfrm>
            <a:off x="947329" y="1933679"/>
            <a:ext cx="442301" cy="369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98" b="1" dirty="0">
                <a:latin typeface="Arial" panose="020B0604020202020204" pitchFamily="34" charset="0"/>
                <a:cs typeface="Arial" panose="020B0604020202020204" pitchFamily="34" charset="0"/>
              </a:rPr>
              <a:t>A.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D23337-F0CA-02EC-4972-DE98BF2AA3B4}"/>
              </a:ext>
            </a:extLst>
          </p:cNvPr>
          <p:cNvSpPr txBox="1"/>
          <p:nvPr/>
        </p:nvSpPr>
        <p:spPr>
          <a:xfrm>
            <a:off x="947327" y="7981342"/>
            <a:ext cx="442301" cy="369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98" b="1" dirty="0">
                <a:latin typeface="Arial" panose="020B0604020202020204" pitchFamily="34" charset="0"/>
                <a:cs typeface="Arial" panose="020B0604020202020204" pitchFamily="34" charset="0"/>
              </a:rPr>
              <a:t>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EBFDE2-4FA4-3A0A-A4AD-15DE9278FF38}"/>
              </a:ext>
            </a:extLst>
          </p:cNvPr>
          <p:cNvSpPr txBox="1"/>
          <p:nvPr/>
        </p:nvSpPr>
        <p:spPr>
          <a:xfrm>
            <a:off x="947329" y="4997218"/>
            <a:ext cx="442301" cy="369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98" b="1" dirty="0">
                <a:latin typeface="Arial" panose="020B0604020202020204" pitchFamily="34" charset="0"/>
                <a:cs typeface="Arial" panose="020B0604020202020204" pitchFamily="34" charset="0"/>
              </a:rPr>
              <a:t>C.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0BD33C-E590-6BB7-E634-8F9E03FCB7E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009695" y="2013096"/>
            <a:ext cx="4674496" cy="33531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4344B89-741A-72BB-43FF-CBA605A1E5E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995488" y="5036928"/>
            <a:ext cx="4688703" cy="335313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82E8103-6E00-CBE2-B3A8-411D2A69955F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989806" y="8021050"/>
            <a:ext cx="4694385" cy="335313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2E8C92A-2414-4C32-A10D-202DC4C676F6}"/>
              </a:ext>
            </a:extLst>
          </p:cNvPr>
          <p:cNvSpPr txBox="1"/>
          <p:nvPr/>
        </p:nvSpPr>
        <p:spPr>
          <a:xfrm>
            <a:off x="5781440" y="1933679"/>
            <a:ext cx="442301" cy="369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98" b="1" dirty="0">
                <a:latin typeface="Arial" panose="020B0604020202020204" pitchFamily="34" charset="0"/>
                <a:cs typeface="Arial" panose="020B0604020202020204" pitchFamily="34" charset="0"/>
              </a:rPr>
              <a:t>B.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EC483E-0189-00AD-D8BA-1008AF7F623B}"/>
              </a:ext>
            </a:extLst>
          </p:cNvPr>
          <p:cNvSpPr txBox="1"/>
          <p:nvPr/>
        </p:nvSpPr>
        <p:spPr>
          <a:xfrm>
            <a:off x="5781438" y="7981342"/>
            <a:ext cx="442301" cy="369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98" b="1" dirty="0">
                <a:latin typeface="Arial" panose="020B0604020202020204" pitchFamily="34" charset="0"/>
                <a:cs typeface="Arial" panose="020B0604020202020204" pitchFamily="34" charset="0"/>
              </a:rPr>
              <a:t>F.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A4D2C9-88F4-C1AB-0E99-A016CB5E76A3}"/>
              </a:ext>
            </a:extLst>
          </p:cNvPr>
          <p:cNvSpPr txBox="1"/>
          <p:nvPr/>
        </p:nvSpPr>
        <p:spPr>
          <a:xfrm>
            <a:off x="5781440" y="4997218"/>
            <a:ext cx="442301" cy="369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98" b="1" dirty="0">
                <a:latin typeface="Arial" panose="020B0604020202020204" pitchFamily="34" charset="0"/>
                <a:cs typeface="Arial" panose="020B0604020202020204" pitchFamily="34" charset="0"/>
              </a:rPr>
              <a:t>D.</a:t>
            </a:r>
          </a:p>
        </p:txBody>
      </p:sp>
    </p:spTree>
    <p:extLst>
      <p:ext uri="{BB962C8B-B14F-4D97-AF65-F5344CB8AC3E}">
        <p14:creationId xmlns:p14="http://schemas.microsoft.com/office/powerpoint/2010/main" val="1359310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colored squares and lines&#10;&#10;AI-generated content may be incorrect.">
            <a:extLst>
              <a:ext uri="{FF2B5EF4-FFF2-40B4-BE49-F238E27FC236}">
                <a16:creationId xmlns:a16="http://schemas.microsoft.com/office/drawing/2014/main" id="{861B5771-0ADE-4267-ABB8-7901CF22E9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0282"/>
          <a:stretch>
            <a:fillRect/>
          </a:stretch>
        </p:blipFill>
        <p:spPr>
          <a:xfrm>
            <a:off x="1389630" y="1933679"/>
            <a:ext cx="3868170" cy="3963109"/>
          </a:xfrm>
          <a:prstGeom prst="rect">
            <a:avLst/>
          </a:prstGeom>
        </p:spPr>
      </p:pic>
      <p:pic>
        <p:nvPicPr>
          <p:cNvPr id="5" name="Picture 4" descr="A diagram of a graph&#10;&#10;AI-generated content may be incorrect.">
            <a:extLst>
              <a:ext uri="{FF2B5EF4-FFF2-40B4-BE49-F238E27FC236}">
                <a16:creationId xmlns:a16="http://schemas.microsoft.com/office/drawing/2014/main" id="{AD74FD3E-D347-4029-9909-84A90B38FE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0282"/>
          <a:stretch>
            <a:fillRect/>
          </a:stretch>
        </p:blipFill>
        <p:spPr>
          <a:xfrm>
            <a:off x="6223740" y="1933679"/>
            <a:ext cx="3868171" cy="39631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EEF4CD-48FD-C125-735E-8EBB8268299B}"/>
              </a:ext>
            </a:extLst>
          </p:cNvPr>
          <p:cNvSpPr txBox="1"/>
          <p:nvPr/>
        </p:nvSpPr>
        <p:spPr>
          <a:xfrm>
            <a:off x="947329" y="1933679"/>
            <a:ext cx="442301" cy="369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98" b="1" dirty="0">
                <a:latin typeface="Arial" panose="020B0604020202020204" pitchFamily="34" charset="0"/>
                <a:cs typeface="Arial" panose="020B0604020202020204" pitchFamily="34" charset="0"/>
              </a:rPr>
              <a:t>A.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D8663F-4F79-CA2E-7905-065E52CFC6BD}"/>
              </a:ext>
            </a:extLst>
          </p:cNvPr>
          <p:cNvSpPr txBox="1"/>
          <p:nvPr/>
        </p:nvSpPr>
        <p:spPr>
          <a:xfrm>
            <a:off x="5781440" y="1933679"/>
            <a:ext cx="442301" cy="369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98" b="1" dirty="0">
                <a:latin typeface="Arial" panose="020B0604020202020204" pitchFamily="34" charset="0"/>
                <a:cs typeface="Arial" panose="020B0604020202020204" pitchFamily="34" charset="0"/>
              </a:rPr>
              <a:t>B.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4DAAF8-67AD-6E0D-CE23-6A1099CA2215}"/>
              </a:ext>
            </a:extLst>
          </p:cNvPr>
          <p:cNvSpPr/>
          <p:nvPr/>
        </p:nvSpPr>
        <p:spPr>
          <a:xfrm>
            <a:off x="3059723" y="2417885"/>
            <a:ext cx="2488223" cy="342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8E6A17-BAE3-ABAA-9AEA-94760D8DDBF6}"/>
              </a:ext>
            </a:extLst>
          </p:cNvPr>
          <p:cNvSpPr/>
          <p:nvPr/>
        </p:nvSpPr>
        <p:spPr>
          <a:xfrm>
            <a:off x="7898423" y="2417885"/>
            <a:ext cx="2488223" cy="342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515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99FC8-5B33-9669-DD28-CF8E38030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FE1508D-A100-3996-43CB-44765ACF52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89627" y="1747024"/>
            <a:ext cx="5164400" cy="369609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77CDBB3-E172-75D7-14EA-205914823FF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389627" y="5156572"/>
            <a:ext cx="4177770" cy="29831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4B561BB-538A-1DB0-82E5-B109C76BD58D}"/>
              </a:ext>
            </a:extLst>
          </p:cNvPr>
          <p:cNvSpPr txBox="1"/>
          <p:nvPr/>
        </p:nvSpPr>
        <p:spPr>
          <a:xfrm>
            <a:off x="947329" y="1933679"/>
            <a:ext cx="442301" cy="369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98" b="1" dirty="0">
                <a:latin typeface="Arial" panose="020B0604020202020204" pitchFamily="34" charset="0"/>
                <a:cs typeface="Arial" panose="020B0604020202020204" pitchFamily="34" charset="0"/>
              </a:rPr>
              <a:t>A.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43C77F-2167-9F93-B754-4AA4A027AF7B}"/>
              </a:ext>
            </a:extLst>
          </p:cNvPr>
          <p:cNvSpPr txBox="1"/>
          <p:nvPr/>
        </p:nvSpPr>
        <p:spPr>
          <a:xfrm>
            <a:off x="947329" y="5334604"/>
            <a:ext cx="442301" cy="369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98" b="1" dirty="0">
                <a:latin typeface="Arial" panose="020B0604020202020204" pitchFamily="34" charset="0"/>
                <a:cs typeface="Arial" panose="020B0604020202020204" pitchFamily="34" charset="0"/>
              </a:rPr>
              <a:t>B.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6FA95B-342B-86FD-CF7F-8AF7A5999D58}"/>
              </a:ext>
            </a:extLst>
          </p:cNvPr>
          <p:cNvSpPr txBox="1"/>
          <p:nvPr/>
        </p:nvSpPr>
        <p:spPr>
          <a:xfrm>
            <a:off x="5781440" y="5334604"/>
            <a:ext cx="442301" cy="369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98" b="1" dirty="0">
                <a:latin typeface="Arial" panose="020B0604020202020204" pitchFamily="34" charset="0"/>
                <a:cs typeface="Arial" panose="020B0604020202020204" pitchFamily="34" charset="0"/>
              </a:rPr>
              <a:t>C.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278A236-1A7B-D7DA-B811-DD9AD6717E2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223739" y="5160606"/>
            <a:ext cx="4177770" cy="2975078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C2FA7343-858C-C2C7-03E9-ECB375C1A9A9}"/>
              </a:ext>
            </a:extLst>
          </p:cNvPr>
          <p:cNvSpPr/>
          <p:nvPr/>
        </p:nvSpPr>
        <p:spPr>
          <a:xfrm>
            <a:off x="4343400" y="2302691"/>
            <a:ext cx="1023257" cy="5384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164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5544D-9ABD-5350-856E-F20BB9954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E3804BF-F94F-C32A-445D-9CE8975C9A8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89627" y="1751243"/>
            <a:ext cx="5164400" cy="368765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D98B766-F7F7-D7B3-B5D8-8573FD33447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390309" y="5156571"/>
            <a:ext cx="4997791" cy="35698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F717B7C-55CD-9C21-C2D2-C6352086D031}"/>
              </a:ext>
            </a:extLst>
          </p:cNvPr>
          <p:cNvSpPr txBox="1"/>
          <p:nvPr/>
        </p:nvSpPr>
        <p:spPr>
          <a:xfrm>
            <a:off x="947329" y="1933679"/>
            <a:ext cx="442301" cy="369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98" b="1" dirty="0">
                <a:latin typeface="Arial" panose="020B0604020202020204" pitchFamily="34" charset="0"/>
                <a:cs typeface="Arial" panose="020B0604020202020204" pitchFamily="34" charset="0"/>
              </a:rPr>
              <a:t>A.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22B5E4-1C11-AA2A-24AB-013AE75006D1}"/>
              </a:ext>
            </a:extLst>
          </p:cNvPr>
          <p:cNvSpPr txBox="1"/>
          <p:nvPr/>
        </p:nvSpPr>
        <p:spPr>
          <a:xfrm>
            <a:off x="947329" y="5334604"/>
            <a:ext cx="442301" cy="369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98" b="1" dirty="0">
                <a:latin typeface="Arial" panose="020B0604020202020204" pitchFamily="34" charset="0"/>
                <a:cs typeface="Arial" panose="020B0604020202020204" pitchFamily="34" charset="0"/>
              </a:rPr>
              <a:t>B.</a:t>
            </a:r>
          </a:p>
        </p:txBody>
      </p:sp>
    </p:spTree>
    <p:extLst>
      <p:ext uri="{BB962C8B-B14F-4D97-AF65-F5344CB8AC3E}">
        <p14:creationId xmlns:p14="http://schemas.microsoft.com/office/powerpoint/2010/main" val="26861382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8CFB1-BC09-A4AC-9155-613B6F0D8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56DB650-7D74-0342-72CA-571144E6A9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89627" y="1751243"/>
            <a:ext cx="5164399" cy="368765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08CBAC7-EFD5-70FF-250B-FAB43DBCD0E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392287" y="5156571"/>
            <a:ext cx="4993835" cy="35698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C4299FE-F358-CB04-DFB1-4C20801CC3E1}"/>
              </a:ext>
            </a:extLst>
          </p:cNvPr>
          <p:cNvSpPr txBox="1"/>
          <p:nvPr/>
        </p:nvSpPr>
        <p:spPr>
          <a:xfrm>
            <a:off x="947329" y="1933679"/>
            <a:ext cx="442301" cy="369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98" b="1" dirty="0">
                <a:latin typeface="Arial" panose="020B0604020202020204" pitchFamily="34" charset="0"/>
                <a:cs typeface="Arial" panose="020B0604020202020204" pitchFamily="34" charset="0"/>
              </a:rPr>
              <a:t>A.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0EECBD-0FFF-A464-B00E-F1BFE20D9C32}"/>
              </a:ext>
            </a:extLst>
          </p:cNvPr>
          <p:cNvSpPr txBox="1"/>
          <p:nvPr/>
        </p:nvSpPr>
        <p:spPr>
          <a:xfrm>
            <a:off x="947329" y="5334604"/>
            <a:ext cx="442301" cy="369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98" b="1" dirty="0">
                <a:latin typeface="Arial" panose="020B0604020202020204" pitchFamily="34" charset="0"/>
                <a:cs typeface="Arial" panose="020B0604020202020204" pitchFamily="34" charset="0"/>
              </a:rPr>
              <a:t>B.</a:t>
            </a:r>
          </a:p>
        </p:txBody>
      </p:sp>
    </p:spTree>
    <p:extLst>
      <p:ext uri="{BB962C8B-B14F-4D97-AF65-F5344CB8AC3E}">
        <p14:creationId xmlns:p14="http://schemas.microsoft.com/office/powerpoint/2010/main" val="21226504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D6F1C-62FC-C37A-9DAA-1FF3E97F5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50E4CBA-9BA2-2C58-BEA0-74E8595EB2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89627" y="1747024"/>
            <a:ext cx="5164400" cy="369609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2CE2206-F654-7EF3-A541-178B0B30732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389627" y="5156572"/>
            <a:ext cx="4177770" cy="29831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935F3B6-0098-F37E-B74B-FE6710DEB06A}"/>
              </a:ext>
            </a:extLst>
          </p:cNvPr>
          <p:cNvSpPr txBox="1"/>
          <p:nvPr/>
        </p:nvSpPr>
        <p:spPr>
          <a:xfrm>
            <a:off x="947329" y="1933679"/>
            <a:ext cx="442301" cy="369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98" b="1" dirty="0">
                <a:latin typeface="Arial" panose="020B0604020202020204" pitchFamily="34" charset="0"/>
                <a:cs typeface="Arial" panose="020B0604020202020204" pitchFamily="34" charset="0"/>
              </a:rPr>
              <a:t>A.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E8AB90-1862-5AB5-6EE4-089E08730372}"/>
              </a:ext>
            </a:extLst>
          </p:cNvPr>
          <p:cNvSpPr txBox="1"/>
          <p:nvPr/>
        </p:nvSpPr>
        <p:spPr>
          <a:xfrm>
            <a:off x="947329" y="5334604"/>
            <a:ext cx="442301" cy="369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98" b="1" dirty="0">
                <a:latin typeface="Arial" panose="020B0604020202020204" pitchFamily="34" charset="0"/>
                <a:cs typeface="Arial" panose="020B0604020202020204" pitchFamily="34" charset="0"/>
              </a:rPr>
              <a:t>B.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310423-CA50-C502-AD86-0FC176A7822C}"/>
              </a:ext>
            </a:extLst>
          </p:cNvPr>
          <p:cNvSpPr txBox="1"/>
          <p:nvPr/>
        </p:nvSpPr>
        <p:spPr>
          <a:xfrm>
            <a:off x="5781440" y="5334604"/>
            <a:ext cx="442301" cy="369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98" b="1" dirty="0">
                <a:latin typeface="Arial" panose="020B0604020202020204" pitchFamily="34" charset="0"/>
                <a:cs typeface="Arial" panose="020B0604020202020204" pitchFamily="34" charset="0"/>
              </a:rPr>
              <a:t>C.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E570686-3F28-B3CE-8FBB-5C2A7424380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223739" y="5156572"/>
            <a:ext cx="4177770" cy="2983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312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9E3991-F91C-0A33-8B5F-3BFF954930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4871" y="8161338"/>
            <a:ext cx="6400800" cy="4572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014362-6086-BB23-ABD3-D492511B76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4871" y="1794669"/>
            <a:ext cx="6400800" cy="4572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18656C9-7DDE-AA92-9A6F-B86984C97952}"/>
              </a:ext>
            </a:extLst>
          </p:cNvPr>
          <p:cNvSpPr txBox="1"/>
          <p:nvPr/>
        </p:nvSpPr>
        <p:spPr>
          <a:xfrm>
            <a:off x="2523718" y="1610163"/>
            <a:ext cx="442301" cy="369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98" b="1" dirty="0">
                <a:latin typeface="Arial" panose="020B0604020202020204" pitchFamily="34" charset="0"/>
                <a:cs typeface="Arial" panose="020B0604020202020204" pitchFamily="34" charset="0"/>
              </a:rPr>
              <a:t>A.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33D50D-3EDA-3259-F433-6359C59353A2}"/>
              </a:ext>
            </a:extLst>
          </p:cNvPr>
          <p:cNvSpPr txBox="1"/>
          <p:nvPr/>
        </p:nvSpPr>
        <p:spPr>
          <a:xfrm>
            <a:off x="2523718" y="5997657"/>
            <a:ext cx="442301" cy="369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98" b="1" dirty="0">
                <a:latin typeface="Arial" panose="020B0604020202020204" pitchFamily="34" charset="0"/>
                <a:cs typeface="Arial" panose="020B0604020202020204" pitchFamily="34" charset="0"/>
              </a:rPr>
              <a:t>B.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C68AC3F-A8D5-5784-E4E3-2E49AB38164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013105" y="6617872"/>
            <a:ext cx="5132566" cy="145087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15674EE-39E8-5A0E-4840-41FF5FCBE0D3}"/>
              </a:ext>
            </a:extLst>
          </p:cNvPr>
          <p:cNvSpPr txBox="1"/>
          <p:nvPr/>
        </p:nvSpPr>
        <p:spPr>
          <a:xfrm>
            <a:off x="4218657" y="6448595"/>
            <a:ext cx="9512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Baseline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FB0E35-D2B3-A754-A053-6C9AE9B2B42C}"/>
              </a:ext>
            </a:extLst>
          </p:cNvPr>
          <p:cNvSpPr txBox="1"/>
          <p:nvPr/>
        </p:nvSpPr>
        <p:spPr>
          <a:xfrm>
            <a:off x="6184287" y="6448595"/>
            <a:ext cx="10715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Post-HFS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E3CC6D3-AB43-1E7F-F8F4-EB407E5FEAD4}"/>
              </a:ext>
            </a:extLst>
          </p:cNvPr>
          <p:cNvSpPr txBox="1"/>
          <p:nvPr/>
        </p:nvSpPr>
        <p:spPr>
          <a:xfrm>
            <a:off x="2523718" y="7884238"/>
            <a:ext cx="442301" cy="369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98" b="1" dirty="0">
                <a:latin typeface="Arial" panose="020B0604020202020204" pitchFamily="34" charset="0"/>
                <a:cs typeface="Arial" panose="020B0604020202020204" pitchFamily="34" charset="0"/>
              </a:rPr>
              <a:t>C.</a:t>
            </a:r>
          </a:p>
        </p:txBody>
      </p:sp>
    </p:spTree>
    <p:extLst>
      <p:ext uri="{BB962C8B-B14F-4D97-AF65-F5344CB8AC3E}">
        <p14:creationId xmlns:p14="http://schemas.microsoft.com/office/powerpoint/2010/main" val="1340584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09488-6750-E636-3C4C-84FDBBF17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69B228-8A4E-137F-FD80-E00059299F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53736" y="8161338"/>
            <a:ext cx="6383069" cy="4572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6EADE1-4E2A-F6B0-4F2B-184978D6A84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760069" y="1794669"/>
            <a:ext cx="6370404" cy="4572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26FF42C-EE63-A09B-8579-3C3FC82A4FC4}"/>
              </a:ext>
            </a:extLst>
          </p:cNvPr>
          <p:cNvSpPr txBox="1"/>
          <p:nvPr/>
        </p:nvSpPr>
        <p:spPr>
          <a:xfrm>
            <a:off x="2523718" y="1610163"/>
            <a:ext cx="442301" cy="369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98" b="1" dirty="0">
                <a:latin typeface="Arial" panose="020B0604020202020204" pitchFamily="34" charset="0"/>
                <a:cs typeface="Arial" panose="020B0604020202020204" pitchFamily="34" charset="0"/>
              </a:rPr>
              <a:t>A.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228C08-5C6D-C0AB-EB74-B5B4098C7CF0}"/>
              </a:ext>
            </a:extLst>
          </p:cNvPr>
          <p:cNvSpPr txBox="1"/>
          <p:nvPr/>
        </p:nvSpPr>
        <p:spPr>
          <a:xfrm>
            <a:off x="2523718" y="5997657"/>
            <a:ext cx="442301" cy="369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98" b="1" dirty="0">
                <a:latin typeface="Arial" panose="020B0604020202020204" pitchFamily="34" charset="0"/>
                <a:cs typeface="Arial" panose="020B0604020202020204" pitchFamily="34" charset="0"/>
              </a:rPr>
              <a:t>B.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C336446-D2F9-1E17-EA9E-59D98FEBE41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013105" y="6619159"/>
            <a:ext cx="5132566" cy="144829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464DBB6-D776-53EC-FB5D-31636CA75ED9}"/>
              </a:ext>
            </a:extLst>
          </p:cNvPr>
          <p:cNvSpPr txBox="1"/>
          <p:nvPr/>
        </p:nvSpPr>
        <p:spPr>
          <a:xfrm>
            <a:off x="4218657" y="6448595"/>
            <a:ext cx="9512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Baseline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3510C4B-0301-8885-455B-D20AAD1D85B6}"/>
              </a:ext>
            </a:extLst>
          </p:cNvPr>
          <p:cNvSpPr txBox="1"/>
          <p:nvPr/>
        </p:nvSpPr>
        <p:spPr>
          <a:xfrm>
            <a:off x="6184287" y="6448595"/>
            <a:ext cx="10715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Post-HFS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BFE4CEA-0832-699F-3D66-4159DC369D7F}"/>
              </a:ext>
            </a:extLst>
          </p:cNvPr>
          <p:cNvSpPr txBox="1"/>
          <p:nvPr/>
        </p:nvSpPr>
        <p:spPr>
          <a:xfrm>
            <a:off x="2523718" y="7884238"/>
            <a:ext cx="442301" cy="369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98" b="1" dirty="0">
                <a:latin typeface="Arial" panose="020B0604020202020204" pitchFamily="34" charset="0"/>
                <a:cs typeface="Arial" panose="020B0604020202020204" pitchFamily="34" charset="0"/>
              </a:rPr>
              <a:t>C.</a:t>
            </a:r>
          </a:p>
        </p:txBody>
      </p:sp>
    </p:spTree>
    <p:extLst>
      <p:ext uri="{BB962C8B-B14F-4D97-AF65-F5344CB8AC3E}">
        <p14:creationId xmlns:p14="http://schemas.microsoft.com/office/powerpoint/2010/main" val="26891359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2D1D4-6826-F620-B10A-784FC5BF5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A7BD25-3893-16E8-50D3-96F5DC450A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53736" y="8161338"/>
            <a:ext cx="6383069" cy="45719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442BF3-2E38-C0D4-F101-98AC5033DE2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766401" y="1794669"/>
            <a:ext cx="6357739" cy="4572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56BEC6A-47CB-F436-4913-67FCED4CB003}"/>
              </a:ext>
            </a:extLst>
          </p:cNvPr>
          <p:cNvSpPr txBox="1"/>
          <p:nvPr/>
        </p:nvSpPr>
        <p:spPr>
          <a:xfrm>
            <a:off x="2523718" y="1610163"/>
            <a:ext cx="442301" cy="369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98" b="1" dirty="0">
                <a:latin typeface="Arial" panose="020B0604020202020204" pitchFamily="34" charset="0"/>
                <a:cs typeface="Arial" panose="020B0604020202020204" pitchFamily="34" charset="0"/>
              </a:rPr>
              <a:t>A.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E28428-4C66-9E54-C23C-52FF8C2B8609}"/>
              </a:ext>
            </a:extLst>
          </p:cNvPr>
          <p:cNvSpPr txBox="1"/>
          <p:nvPr/>
        </p:nvSpPr>
        <p:spPr>
          <a:xfrm>
            <a:off x="2523718" y="5997657"/>
            <a:ext cx="442301" cy="369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98" b="1" dirty="0">
                <a:latin typeface="Arial" panose="020B0604020202020204" pitchFamily="34" charset="0"/>
                <a:cs typeface="Arial" panose="020B0604020202020204" pitchFamily="34" charset="0"/>
              </a:rPr>
              <a:t>B.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FFCC96E-5C71-5BD9-2B52-2755E50BAF3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013106" y="6619159"/>
            <a:ext cx="5132564" cy="144829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1C6AE5F-E412-D9D1-BA87-282802AC0C2E}"/>
              </a:ext>
            </a:extLst>
          </p:cNvPr>
          <p:cNvSpPr txBox="1"/>
          <p:nvPr/>
        </p:nvSpPr>
        <p:spPr>
          <a:xfrm>
            <a:off x="4218657" y="6448595"/>
            <a:ext cx="9512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Baseline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1178A97-7400-7D29-1E61-2ABC3D1A78D0}"/>
              </a:ext>
            </a:extLst>
          </p:cNvPr>
          <p:cNvSpPr txBox="1"/>
          <p:nvPr/>
        </p:nvSpPr>
        <p:spPr>
          <a:xfrm>
            <a:off x="6184287" y="6448595"/>
            <a:ext cx="10715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Post-HFS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A15E6DA-046A-1350-2D59-07A0A5115FCE}"/>
              </a:ext>
            </a:extLst>
          </p:cNvPr>
          <p:cNvSpPr txBox="1"/>
          <p:nvPr/>
        </p:nvSpPr>
        <p:spPr>
          <a:xfrm>
            <a:off x="2523718" y="7884238"/>
            <a:ext cx="442301" cy="369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98" b="1" dirty="0">
                <a:latin typeface="Arial" panose="020B0604020202020204" pitchFamily="34" charset="0"/>
                <a:cs typeface="Arial" panose="020B0604020202020204" pitchFamily="34" charset="0"/>
              </a:rPr>
              <a:t>C.</a:t>
            </a:r>
          </a:p>
        </p:txBody>
      </p:sp>
    </p:spTree>
    <p:extLst>
      <p:ext uri="{BB962C8B-B14F-4D97-AF65-F5344CB8AC3E}">
        <p14:creationId xmlns:p14="http://schemas.microsoft.com/office/powerpoint/2010/main" val="2874536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96E2F-B9A6-3702-240D-A7CEF015B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41FE609-C7D0-B081-689E-638808D714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17659" y="6619159"/>
            <a:ext cx="5123458" cy="144829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7A2742D-B137-4497-87B4-B96BE1373A9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753737" y="8161338"/>
            <a:ext cx="6383067" cy="45719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1441D1-DB59-1D1E-CFF2-4C758561C74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766401" y="1794669"/>
            <a:ext cx="6357739" cy="45719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83CF755-1063-4F86-C19D-A56C17756E51}"/>
              </a:ext>
            </a:extLst>
          </p:cNvPr>
          <p:cNvSpPr txBox="1"/>
          <p:nvPr/>
        </p:nvSpPr>
        <p:spPr>
          <a:xfrm>
            <a:off x="2523718" y="1610163"/>
            <a:ext cx="442301" cy="369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98" b="1" dirty="0">
                <a:latin typeface="Arial" panose="020B0604020202020204" pitchFamily="34" charset="0"/>
                <a:cs typeface="Arial" panose="020B0604020202020204" pitchFamily="34" charset="0"/>
              </a:rPr>
              <a:t>A.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BFD00E-4D33-0433-5977-4844009545C4}"/>
              </a:ext>
            </a:extLst>
          </p:cNvPr>
          <p:cNvSpPr txBox="1"/>
          <p:nvPr/>
        </p:nvSpPr>
        <p:spPr>
          <a:xfrm>
            <a:off x="2523718" y="5997657"/>
            <a:ext cx="442301" cy="369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98" b="1" dirty="0">
                <a:latin typeface="Arial" panose="020B0604020202020204" pitchFamily="34" charset="0"/>
                <a:cs typeface="Arial" panose="020B0604020202020204" pitchFamily="34" charset="0"/>
              </a:rPr>
              <a:t>B.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A491169-603F-0021-5738-B1FD86720F86}"/>
              </a:ext>
            </a:extLst>
          </p:cNvPr>
          <p:cNvSpPr txBox="1"/>
          <p:nvPr/>
        </p:nvSpPr>
        <p:spPr>
          <a:xfrm>
            <a:off x="4218657" y="6448595"/>
            <a:ext cx="9512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Baseline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DBB865D-889E-E10B-C428-333E270C1402}"/>
              </a:ext>
            </a:extLst>
          </p:cNvPr>
          <p:cNvSpPr txBox="1"/>
          <p:nvPr/>
        </p:nvSpPr>
        <p:spPr>
          <a:xfrm>
            <a:off x="6184287" y="6448595"/>
            <a:ext cx="10715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Post-HFS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022C2CA-9CAF-1BBD-BB69-6C75E25366BE}"/>
              </a:ext>
            </a:extLst>
          </p:cNvPr>
          <p:cNvSpPr txBox="1"/>
          <p:nvPr/>
        </p:nvSpPr>
        <p:spPr>
          <a:xfrm>
            <a:off x="2523718" y="7884238"/>
            <a:ext cx="442301" cy="369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98" b="1" dirty="0">
                <a:latin typeface="Arial" panose="020B0604020202020204" pitchFamily="34" charset="0"/>
                <a:cs typeface="Arial" panose="020B0604020202020204" pitchFamily="34" charset="0"/>
              </a:rPr>
              <a:t>C.</a:t>
            </a:r>
          </a:p>
        </p:txBody>
      </p:sp>
    </p:spTree>
    <p:extLst>
      <p:ext uri="{BB962C8B-B14F-4D97-AF65-F5344CB8AC3E}">
        <p14:creationId xmlns:p14="http://schemas.microsoft.com/office/powerpoint/2010/main" val="8507326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477</TotalTime>
  <Words>646</Words>
  <Application>Microsoft Macintosh PowerPoint</Application>
  <PresentationFormat>Custom</PresentationFormat>
  <Paragraphs>114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Ruby Muzzatti</dc:creator>
  <cp:lastModifiedBy>Ruby Muzzatti</cp:lastModifiedBy>
  <cp:revision>45</cp:revision>
  <dcterms:created xsi:type="dcterms:W3CDTF">2026-03-03T11:59:25Z</dcterms:created>
  <dcterms:modified xsi:type="dcterms:W3CDTF">2026-04-05T13:44:25Z</dcterms:modified>
</cp:coreProperties>
</file>