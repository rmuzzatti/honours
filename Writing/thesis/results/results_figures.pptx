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8"/>
  </p:notesMasterIdLst>
  <p:sldIdLst>
    <p:sldId id="259" r:id="rId2"/>
    <p:sldId id="260" r:id="rId3"/>
    <p:sldId id="262" r:id="rId4"/>
    <p:sldId id="263" r:id="rId5"/>
    <p:sldId id="265" r:id="rId6"/>
    <p:sldId id="264" r:id="rId7"/>
  </p:sldIdLst>
  <p:sldSz cx="12179300" cy="127333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05"/>
    <p:restoredTop sz="93024"/>
  </p:normalViewPr>
  <p:slideViewPr>
    <p:cSldViewPr snapToGrid="0">
      <p:cViewPr>
        <p:scale>
          <a:sx n="101" d="100"/>
          <a:sy n="101" d="100"/>
        </p:scale>
        <p:origin x="10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561201-B54B-9546-B2B5-5B57BF2ECE4E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952625" y="1143000"/>
            <a:ext cx="295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08F06A-076A-AB49-9E02-15A3C27D2E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228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1pPr>
    <a:lvl2pPr marL="608945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2pPr>
    <a:lvl3pPr marL="1217889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3pPr>
    <a:lvl4pPr marL="1826834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4pPr>
    <a:lvl5pPr marL="2435779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5pPr>
    <a:lvl6pPr marL="3044723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6pPr>
    <a:lvl7pPr marL="3653668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7pPr>
    <a:lvl8pPr marL="4262613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8pPr>
    <a:lvl9pPr marL="4871557" algn="l" defTabSz="1217889" rtl="0" eaLnBrk="1" latinLnBrk="0" hangingPunct="1">
      <a:defRPr sz="159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 AMPLITUDE</a:t>
            </a:r>
          </a:p>
          <a:p>
            <a:r>
              <a:rPr lang="en-US" dirty="0"/>
              <a:t>Acute: n=5, p= 0.01216</a:t>
            </a:r>
          </a:p>
          <a:p>
            <a:r>
              <a:rPr lang="en-US" dirty="0"/>
              <a:t>Acute with AM251: n=6, p=0.1024</a:t>
            </a:r>
          </a:p>
          <a:p>
            <a:r>
              <a:rPr lang="en-US" dirty="0"/>
              <a:t>Repeated: n=9, p=0.2531</a:t>
            </a:r>
          </a:p>
          <a:p>
            <a:r>
              <a:rPr lang="en-US" dirty="0"/>
              <a:t>PAIRED T-TEST comparing before and after </a:t>
            </a:r>
          </a:p>
          <a:p>
            <a:endParaRPr lang="en-US" dirty="0"/>
          </a:p>
          <a:p>
            <a:r>
              <a:rPr lang="en-US" dirty="0"/>
              <a:t>AP FREQUENCY</a:t>
            </a:r>
          </a:p>
          <a:p>
            <a:r>
              <a:rPr lang="en-US" dirty="0"/>
              <a:t>Acute: starting at sweep 5 p= 0.031, 0.021, 0.022, 0.022, 0.022, 0.025</a:t>
            </a:r>
          </a:p>
          <a:p>
            <a:r>
              <a:rPr lang="en-US" dirty="0"/>
              <a:t>Acute with AM251: starting at sweep 5 p= 0.37, 0.35, 0.30, 0.35, 0.83, 0.90</a:t>
            </a:r>
          </a:p>
          <a:p>
            <a:r>
              <a:rPr lang="en-US" dirty="0"/>
              <a:t>Repeated: starting at sweep 5 p= 0.37, 0.17, 0.090, 0.074, 0.16, 0.089</a:t>
            </a:r>
          </a:p>
          <a:p>
            <a:r>
              <a:rPr lang="en-US" dirty="0"/>
              <a:t>Wilcoxon signed rank test comparing before and after for each sweep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8493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7DF73-3273-5CA1-B756-90CC87726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D04CC-2749-0EC0-983D-C4BF94DCD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50BB88-9818-4FBD-B11A-7357A8EC75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 AMPLITUDE</a:t>
            </a:r>
          </a:p>
          <a:p>
            <a:r>
              <a:rPr lang="en-US" dirty="0"/>
              <a:t>Acute: n=5, p= 0.01216</a:t>
            </a:r>
          </a:p>
          <a:p>
            <a:r>
              <a:rPr lang="en-US" dirty="0"/>
              <a:t>Acute with AM251: n=6, p=0.1024</a:t>
            </a:r>
          </a:p>
          <a:p>
            <a:r>
              <a:rPr lang="en-US" dirty="0"/>
              <a:t>Repeated: n=9, p=0.2531</a:t>
            </a:r>
          </a:p>
          <a:p>
            <a:r>
              <a:rPr lang="en-US" dirty="0"/>
              <a:t>PAIRED T-TEST comparing before and after </a:t>
            </a:r>
          </a:p>
          <a:p>
            <a:endParaRPr lang="en-US" dirty="0"/>
          </a:p>
          <a:p>
            <a:r>
              <a:rPr lang="en-US" dirty="0"/>
              <a:t>AP FREQUENCY</a:t>
            </a:r>
          </a:p>
          <a:p>
            <a:r>
              <a:rPr lang="en-US" dirty="0"/>
              <a:t>Acute: starting at sweep 5 p= 0.031, 0.021, 0.022, 0.022, 0.022, 0.025</a:t>
            </a:r>
          </a:p>
          <a:p>
            <a:r>
              <a:rPr lang="en-US" dirty="0"/>
              <a:t>Acute with AM251: starting at sweep 5 p= 0.37, 0.35, 0.30, 0.35, 0.83, 0.90</a:t>
            </a:r>
          </a:p>
          <a:p>
            <a:r>
              <a:rPr lang="en-US" dirty="0"/>
              <a:t>Repeated: starting at sweep 5 p= 0.37, 0.17, 0.090, 0.074, 0.16, 0.089</a:t>
            </a:r>
          </a:p>
          <a:p>
            <a:r>
              <a:rPr lang="en-US" dirty="0"/>
              <a:t>Wilcoxon signed rank test comparing before and after for each sweep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D46002-3BB8-D1FD-22F4-8C8FED589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1797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1523-DC2D-065F-B4C0-75382D0DA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1EC0CA-4DFD-AB52-7781-20244DADD1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21BFE8-EBC8-12B4-E5C2-A98CB292B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 AMPLITUDE</a:t>
            </a:r>
          </a:p>
          <a:p>
            <a:r>
              <a:rPr lang="en-US" dirty="0"/>
              <a:t>Acute: n=5, p= 0.01216</a:t>
            </a:r>
          </a:p>
          <a:p>
            <a:r>
              <a:rPr lang="en-US" dirty="0"/>
              <a:t>Acute with AM251: n=6, p=0.1024</a:t>
            </a:r>
          </a:p>
          <a:p>
            <a:r>
              <a:rPr lang="en-US" dirty="0"/>
              <a:t>Repeated: n=9, p=0.2531</a:t>
            </a:r>
          </a:p>
          <a:p>
            <a:r>
              <a:rPr lang="en-US" dirty="0"/>
              <a:t>PAIRED T-TEST comparing before and after </a:t>
            </a:r>
          </a:p>
          <a:p>
            <a:endParaRPr lang="en-US" dirty="0"/>
          </a:p>
          <a:p>
            <a:r>
              <a:rPr lang="en-US" dirty="0"/>
              <a:t>AP FREQUENCY</a:t>
            </a:r>
          </a:p>
          <a:p>
            <a:r>
              <a:rPr lang="en-US" dirty="0"/>
              <a:t>Acute: starting at sweep 5 p= 0.031, 0.021, 0.022, 0.022, 0.022, 0.025</a:t>
            </a:r>
          </a:p>
          <a:p>
            <a:r>
              <a:rPr lang="en-US" dirty="0"/>
              <a:t>Acute with AM251: starting at sweep 5 p= 0.37, 0.35, 0.30, 0.35, 0.83, 0.90</a:t>
            </a:r>
          </a:p>
          <a:p>
            <a:r>
              <a:rPr lang="en-US" dirty="0"/>
              <a:t>Repeated: starting at sweep 5 p= 0.37, 0.17, 0.090, 0.074, 0.16, 0.089</a:t>
            </a:r>
          </a:p>
          <a:p>
            <a:r>
              <a:rPr lang="en-US" dirty="0"/>
              <a:t>Wilcoxon signed rank test comparing before and after for each sweep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1B9DC-61EC-0447-8430-D131F173F6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4850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72DB-9815-477F-8173-178C6247C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EE97D8-9DBA-6B44-D996-839827B7C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F9C62A-28B7-C850-6093-36E93BFA8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 AMPLITUDE</a:t>
            </a:r>
          </a:p>
          <a:p>
            <a:r>
              <a:rPr lang="en-US" dirty="0"/>
              <a:t>Acute: n=5, p= 0.01216</a:t>
            </a:r>
          </a:p>
          <a:p>
            <a:r>
              <a:rPr lang="en-US" dirty="0"/>
              <a:t>Acute with AM251: n=6, p=0.1024</a:t>
            </a:r>
          </a:p>
          <a:p>
            <a:r>
              <a:rPr lang="en-US" dirty="0"/>
              <a:t>Repeated: n=9, p=0.2531</a:t>
            </a:r>
          </a:p>
          <a:p>
            <a:r>
              <a:rPr lang="en-US" dirty="0"/>
              <a:t>PAIRED T-TEST comparing before and after </a:t>
            </a:r>
          </a:p>
          <a:p>
            <a:endParaRPr lang="en-US" dirty="0"/>
          </a:p>
          <a:p>
            <a:r>
              <a:rPr lang="en-US" dirty="0"/>
              <a:t>AP FREQUENCY</a:t>
            </a:r>
          </a:p>
          <a:p>
            <a:r>
              <a:rPr lang="en-US" dirty="0"/>
              <a:t>Acute: starting at sweep 5 p= 0.031, 0.021, 0.022, 0.022, 0.022, 0.025</a:t>
            </a:r>
          </a:p>
          <a:p>
            <a:r>
              <a:rPr lang="en-US" dirty="0"/>
              <a:t>Acute with AM251: starting at sweep 5 p= 0.37, 0.35, 0.30, 0.35, 0.83, 0.90</a:t>
            </a:r>
          </a:p>
          <a:p>
            <a:r>
              <a:rPr lang="en-US" dirty="0"/>
              <a:t>Repeated: starting at sweep 5 p= 0.37, 0.17, 0.090, 0.074, 0.16, 0.089</a:t>
            </a:r>
          </a:p>
          <a:p>
            <a:r>
              <a:rPr lang="en-US" dirty="0"/>
              <a:t>Wilcoxon signed rank test comparing before and after for each sweep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4C779-6782-7407-2E94-C458FC7953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887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EE697-FFDB-0CAB-6F5B-AC475D04A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EFDD3-D206-BC73-4E4D-61726958F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946DE-C517-49BB-7D72-76F3EB17AF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 AMPLITUDE</a:t>
            </a:r>
          </a:p>
          <a:p>
            <a:r>
              <a:rPr lang="en-US" dirty="0"/>
              <a:t>Acute: n=5, p= 0.01216</a:t>
            </a:r>
          </a:p>
          <a:p>
            <a:r>
              <a:rPr lang="en-US" dirty="0"/>
              <a:t>Acute with AM251: n=6, p=0.1024</a:t>
            </a:r>
          </a:p>
          <a:p>
            <a:r>
              <a:rPr lang="en-US" dirty="0"/>
              <a:t>Repeated: n=9, p=0.2531</a:t>
            </a:r>
          </a:p>
          <a:p>
            <a:r>
              <a:rPr lang="en-US" dirty="0"/>
              <a:t>PAIRED T-TEST comparing before and after </a:t>
            </a:r>
          </a:p>
          <a:p>
            <a:endParaRPr lang="en-US" dirty="0"/>
          </a:p>
          <a:p>
            <a:r>
              <a:rPr lang="en-US" dirty="0"/>
              <a:t>AP FREQUENCY</a:t>
            </a:r>
          </a:p>
          <a:p>
            <a:r>
              <a:rPr lang="en-US" dirty="0"/>
              <a:t>Acute: starting at sweep 5 p= 0.031, 0.021, 0.022, 0.022, 0.022, 0.025</a:t>
            </a:r>
          </a:p>
          <a:p>
            <a:r>
              <a:rPr lang="en-US" dirty="0"/>
              <a:t>Acute with AM251: starting at sweep 5 p= 0.37, 0.35, 0.30, 0.35, 0.83, 0.90</a:t>
            </a:r>
          </a:p>
          <a:p>
            <a:r>
              <a:rPr lang="en-US" dirty="0"/>
              <a:t>Repeated: starting at sweep 5 p= 0.37, 0.17, 0.090, 0.074, 0.16, 0.089</a:t>
            </a:r>
          </a:p>
          <a:p>
            <a:r>
              <a:rPr lang="en-US" dirty="0"/>
              <a:t>Wilcoxon signed rank test comparing before and after for each sweep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2ABE78-CCB3-9CD3-C5D0-C60AFA75B5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08F06A-076A-AB49-9E02-15A3C27D2EF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91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3448" y="2083906"/>
            <a:ext cx="10352405" cy="4433088"/>
          </a:xfrm>
        </p:spPr>
        <p:txBody>
          <a:bodyPr anchor="b"/>
          <a:lstStyle>
            <a:lvl1pPr algn="ctr">
              <a:defRPr sz="799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2413" y="6687951"/>
            <a:ext cx="9134475" cy="3074275"/>
          </a:xfrm>
        </p:spPr>
        <p:txBody>
          <a:bodyPr/>
          <a:lstStyle>
            <a:lvl1pPr marL="0" indent="0" algn="ctr">
              <a:buNone/>
              <a:defRPr sz="3197"/>
            </a:lvl1pPr>
            <a:lvl2pPr marL="608945" indent="0" algn="ctr">
              <a:buNone/>
              <a:defRPr sz="2664"/>
            </a:lvl2pPr>
            <a:lvl3pPr marL="1217889" indent="0" algn="ctr">
              <a:buNone/>
              <a:defRPr sz="2397"/>
            </a:lvl3pPr>
            <a:lvl4pPr marL="1826834" indent="0" algn="ctr">
              <a:buNone/>
              <a:defRPr sz="2131"/>
            </a:lvl4pPr>
            <a:lvl5pPr marL="2435779" indent="0" algn="ctr">
              <a:buNone/>
              <a:defRPr sz="2131"/>
            </a:lvl5pPr>
            <a:lvl6pPr marL="3044723" indent="0" algn="ctr">
              <a:buNone/>
              <a:defRPr sz="2131"/>
            </a:lvl6pPr>
            <a:lvl7pPr marL="3653668" indent="0" algn="ctr">
              <a:buNone/>
              <a:defRPr sz="2131"/>
            </a:lvl7pPr>
            <a:lvl8pPr marL="4262613" indent="0" algn="ctr">
              <a:buNone/>
              <a:defRPr sz="2131"/>
            </a:lvl8pPr>
            <a:lvl9pPr marL="4871557" indent="0" algn="ctr">
              <a:buNone/>
              <a:defRPr sz="2131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840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19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0984" y="3174496"/>
            <a:ext cx="10504646" cy="5296714"/>
          </a:xfrm>
        </p:spPr>
        <p:txBody>
          <a:bodyPr anchor="b"/>
          <a:lstStyle>
            <a:lvl1pPr>
              <a:defRPr sz="799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0984" y="8521318"/>
            <a:ext cx="10504646" cy="2785417"/>
          </a:xfrm>
        </p:spPr>
        <p:txBody>
          <a:bodyPr/>
          <a:lstStyle>
            <a:lvl1pPr marL="0" indent="0">
              <a:buNone/>
              <a:defRPr sz="3197">
                <a:solidFill>
                  <a:schemeClr val="tx1">
                    <a:tint val="82000"/>
                  </a:schemeClr>
                </a:solidFill>
              </a:defRPr>
            </a:lvl1pPr>
            <a:lvl2pPr marL="608945" indent="0">
              <a:buNone/>
              <a:defRPr sz="2664">
                <a:solidFill>
                  <a:schemeClr val="tx1">
                    <a:tint val="82000"/>
                  </a:schemeClr>
                </a:solidFill>
              </a:defRPr>
            </a:lvl2pPr>
            <a:lvl3pPr marL="1217889" indent="0">
              <a:buNone/>
              <a:defRPr sz="2397">
                <a:solidFill>
                  <a:schemeClr val="tx1">
                    <a:tint val="82000"/>
                  </a:schemeClr>
                </a:solidFill>
              </a:defRPr>
            </a:lvl3pPr>
            <a:lvl4pPr marL="1826834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4pPr>
            <a:lvl5pPr marL="2435779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5pPr>
            <a:lvl6pPr marL="3044723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6pPr>
            <a:lvl7pPr marL="3653668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7pPr>
            <a:lvl8pPr marL="4262613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8pPr>
            <a:lvl9pPr marL="4871557" indent="0">
              <a:buNone/>
              <a:defRPr sz="213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204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7327" y="3389662"/>
            <a:ext cx="5176203" cy="80791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5770" y="3389662"/>
            <a:ext cx="5176203" cy="80791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753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13" y="677935"/>
            <a:ext cx="10504646" cy="24611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915" y="3121437"/>
            <a:ext cx="5152414" cy="1529768"/>
          </a:xfrm>
        </p:spPr>
        <p:txBody>
          <a:bodyPr anchor="b"/>
          <a:lstStyle>
            <a:lvl1pPr marL="0" indent="0">
              <a:buNone/>
              <a:defRPr sz="3197" b="1"/>
            </a:lvl1pPr>
            <a:lvl2pPr marL="608945" indent="0">
              <a:buNone/>
              <a:defRPr sz="2664" b="1"/>
            </a:lvl2pPr>
            <a:lvl3pPr marL="1217889" indent="0">
              <a:buNone/>
              <a:defRPr sz="2397" b="1"/>
            </a:lvl3pPr>
            <a:lvl4pPr marL="1826834" indent="0">
              <a:buNone/>
              <a:defRPr sz="2131" b="1"/>
            </a:lvl4pPr>
            <a:lvl5pPr marL="2435779" indent="0">
              <a:buNone/>
              <a:defRPr sz="2131" b="1"/>
            </a:lvl5pPr>
            <a:lvl6pPr marL="3044723" indent="0">
              <a:buNone/>
              <a:defRPr sz="2131" b="1"/>
            </a:lvl6pPr>
            <a:lvl7pPr marL="3653668" indent="0">
              <a:buNone/>
              <a:defRPr sz="2131" b="1"/>
            </a:lvl7pPr>
            <a:lvl8pPr marL="4262613" indent="0">
              <a:buNone/>
              <a:defRPr sz="2131" b="1"/>
            </a:lvl8pPr>
            <a:lvl9pPr marL="4871557" indent="0">
              <a:buNone/>
              <a:defRPr sz="213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8915" y="4651205"/>
            <a:ext cx="5152414" cy="68412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5771" y="3121437"/>
            <a:ext cx="5177789" cy="1529768"/>
          </a:xfrm>
        </p:spPr>
        <p:txBody>
          <a:bodyPr anchor="b"/>
          <a:lstStyle>
            <a:lvl1pPr marL="0" indent="0">
              <a:buNone/>
              <a:defRPr sz="3197" b="1"/>
            </a:lvl1pPr>
            <a:lvl2pPr marL="608945" indent="0">
              <a:buNone/>
              <a:defRPr sz="2664" b="1"/>
            </a:lvl2pPr>
            <a:lvl3pPr marL="1217889" indent="0">
              <a:buNone/>
              <a:defRPr sz="2397" b="1"/>
            </a:lvl3pPr>
            <a:lvl4pPr marL="1826834" indent="0">
              <a:buNone/>
              <a:defRPr sz="2131" b="1"/>
            </a:lvl4pPr>
            <a:lvl5pPr marL="2435779" indent="0">
              <a:buNone/>
              <a:defRPr sz="2131" b="1"/>
            </a:lvl5pPr>
            <a:lvl6pPr marL="3044723" indent="0">
              <a:buNone/>
              <a:defRPr sz="2131" b="1"/>
            </a:lvl6pPr>
            <a:lvl7pPr marL="3653668" indent="0">
              <a:buNone/>
              <a:defRPr sz="2131" b="1"/>
            </a:lvl7pPr>
            <a:lvl8pPr marL="4262613" indent="0">
              <a:buNone/>
              <a:defRPr sz="2131" b="1"/>
            </a:lvl8pPr>
            <a:lvl9pPr marL="4871557" indent="0">
              <a:buNone/>
              <a:defRPr sz="213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5771" y="4651205"/>
            <a:ext cx="5177789" cy="684122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930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283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34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13" y="848889"/>
            <a:ext cx="3928141" cy="2971112"/>
          </a:xfrm>
        </p:spPr>
        <p:txBody>
          <a:bodyPr anchor="b"/>
          <a:lstStyle>
            <a:lvl1pPr>
              <a:defRPr sz="426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77789" y="1833368"/>
            <a:ext cx="6165771" cy="9048923"/>
          </a:xfrm>
        </p:spPr>
        <p:txBody>
          <a:bodyPr/>
          <a:lstStyle>
            <a:lvl1pPr>
              <a:defRPr sz="4262"/>
            </a:lvl1pPr>
            <a:lvl2pPr>
              <a:defRPr sz="3729"/>
            </a:lvl2pPr>
            <a:lvl3pPr>
              <a:defRPr sz="3197"/>
            </a:lvl3pPr>
            <a:lvl4pPr>
              <a:defRPr sz="2664"/>
            </a:lvl4pPr>
            <a:lvl5pPr>
              <a:defRPr sz="2664"/>
            </a:lvl5pPr>
            <a:lvl6pPr>
              <a:defRPr sz="2664"/>
            </a:lvl6pPr>
            <a:lvl7pPr>
              <a:defRPr sz="2664"/>
            </a:lvl7pPr>
            <a:lvl8pPr>
              <a:defRPr sz="2664"/>
            </a:lvl8pPr>
            <a:lvl9pPr>
              <a:defRPr sz="266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913" y="3820001"/>
            <a:ext cx="3928141" cy="7077025"/>
          </a:xfrm>
        </p:spPr>
        <p:txBody>
          <a:bodyPr/>
          <a:lstStyle>
            <a:lvl1pPr marL="0" indent="0">
              <a:buNone/>
              <a:defRPr sz="2131"/>
            </a:lvl1pPr>
            <a:lvl2pPr marL="608945" indent="0">
              <a:buNone/>
              <a:defRPr sz="1865"/>
            </a:lvl2pPr>
            <a:lvl3pPr marL="1217889" indent="0">
              <a:buNone/>
              <a:defRPr sz="1598"/>
            </a:lvl3pPr>
            <a:lvl4pPr marL="1826834" indent="0">
              <a:buNone/>
              <a:defRPr sz="1332"/>
            </a:lvl4pPr>
            <a:lvl5pPr marL="2435779" indent="0">
              <a:buNone/>
              <a:defRPr sz="1332"/>
            </a:lvl5pPr>
            <a:lvl6pPr marL="3044723" indent="0">
              <a:buNone/>
              <a:defRPr sz="1332"/>
            </a:lvl6pPr>
            <a:lvl7pPr marL="3653668" indent="0">
              <a:buNone/>
              <a:defRPr sz="1332"/>
            </a:lvl7pPr>
            <a:lvl8pPr marL="4262613" indent="0">
              <a:buNone/>
              <a:defRPr sz="1332"/>
            </a:lvl8pPr>
            <a:lvl9pPr marL="4871557" indent="0">
              <a:buNone/>
              <a:defRPr sz="133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077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13" y="848889"/>
            <a:ext cx="3928141" cy="2971112"/>
          </a:xfrm>
        </p:spPr>
        <p:txBody>
          <a:bodyPr anchor="b"/>
          <a:lstStyle>
            <a:lvl1pPr>
              <a:defRPr sz="426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77789" y="1833368"/>
            <a:ext cx="6165771" cy="9048923"/>
          </a:xfrm>
        </p:spPr>
        <p:txBody>
          <a:bodyPr anchor="t"/>
          <a:lstStyle>
            <a:lvl1pPr marL="0" indent="0">
              <a:buNone/>
              <a:defRPr sz="4262"/>
            </a:lvl1pPr>
            <a:lvl2pPr marL="608945" indent="0">
              <a:buNone/>
              <a:defRPr sz="3729"/>
            </a:lvl2pPr>
            <a:lvl3pPr marL="1217889" indent="0">
              <a:buNone/>
              <a:defRPr sz="3197"/>
            </a:lvl3pPr>
            <a:lvl4pPr marL="1826834" indent="0">
              <a:buNone/>
              <a:defRPr sz="2664"/>
            </a:lvl4pPr>
            <a:lvl5pPr marL="2435779" indent="0">
              <a:buNone/>
              <a:defRPr sz="2664"/>
            </a:lvl5pPr>
            <a:lvl6pPr marL="3044723" indent="0">
              <a:buNone/>
              <a:defRPr sz="2664"/>
            </a:lvl6pPr>
            <a:lvl7pPr marL="3653668" indent="0">
              <a:buNone/>
              <a:defRPr sz="2664"/>
            </a:lvl7pPr>
            <a:lvl8pPr marL="4262613" indent="0">
              <a:buNone/>
              <a:defRPr sz="2664"/>
            </a:lvl8pPr>
            <a:lvl9pPr marL="4871557" indent="0">
              <a:buNone/>
              <a:defRPr sz="266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913" y="3820001"/>
            <a:ext cx="3928141" cy="7077025"/>
          </a:xfrm>
        </p:spPr>
        <p:txBody>
          <a:bodyPr/>
          <a:lstStyle>
            <a:lvl1pPr marL="0" indent="0">
              <a:buNone/>
              <a:defRPr sz="2131"/>
            </a:lvl1pPr>
            <a:lvl2pPr marL="608945" indent="0">
              <a:buNone/>
              <a:defRPr sz="1865"/>
            </a:lvl2pPr>
            <a:lvl3pPr marL="1217889" indent="0">
              <a:buNone/>
              <a:defRPr sz="1598"/>
            </a:lvl3pPr>
            <a:lvl4pPr marL="1826834" indent="0">
              <a:buNone/>
              <a:defRPr sz="1332"/>
            </a:lvl4pPr>
            <a:lvl5pPr marL="2435779" indent="0">
              <a:buNone/>
              <a:defRPr sz="1332"/>
            </a:lvl5pPr>
            <a:lvl6pPr marL="3044723" indent="0">
              <a:buNone/>
              <a:defRPr sz="1332"/>
            </a:lvl6pPr>
            <a:lvl7pPr marL="3653668" indent="0">
              <a:buNone/>
              <a:defRPr sz="1332"/>
            </a:lvl7pPr>
            <a:lvl8pPr marL="4262613" indent="0">
              <a:buNone/>
              <a:defRPr sz="1332"/>
            </a:lvl8pPr>
            <a:lvl9pPr marL="4871557" indent="0">
              <a:buNone/>
              <a:defRPr sz="133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202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57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15812" y="677933"/>
            <a:ext cx="2626162" cy="107909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7328" y="677933"/>
            <a:ext cx="7726243" cy="107909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175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7327" y="677935"/>
            <a:ext cx="10504646" cy="24611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7327" y="3389662"/>
            <a:ext cx="10504646" cy="80791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7327" y="11801921"/>
            <a:ext cx="2740343" cy="677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3AA46A-6E9F-7141-8668-6D3EB019C2A9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4393" y="11801921"/>
            <a:ext cx="4110514" cy="677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01630" y="11801921"/>
            <a:ext cx="2740343" cy="6779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1591C1-7CEC-6148-8FA6-114E364A7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65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217889" rtl="0" eaLnBrk="1" latinLnBrk="0" hangingPunct="1">
        <a:lnSpc>
          <a:spcPct val="90000"/>
        </a:lnSpc>
        <a:spcBef>
          <a:spcPct val="0"/>
        </a:spcBef>
        <a:buNone/>
        <a:defRPr sz="5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472" indent="-304472" algn="l" defTabSz="1217889" rtl="0" eaLnBrk="1" latinLnBrk="0" hangingPunct="1">
        <a:lnSpc>
          <a:spcPct val="90000"/>
        </a:lnSpc>
        <a:spcBef>
          <a:spcPts val="1332"/>
        </a:spcBef>
        <a:buFont typeface="Arial" panose="020B0604020202020204" pitchFamily="34" charset="0"/>
        <a:buChar char="•"/>
        <a:defRPr sz="3729" kern="1200">
          <a:solidFill>
            <a:schemeClr val="tx1"/>
          </a:solidFill>
          <a:latin typeface="+mn-lt"/>
          <a:ea typeface="+mn-ea"/>
          <a:cs typeface="+mn-cs"/>
        </a:defRPr>
      </a:lvl1pPr>
      <a:lvl2pPr marL="913417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3197" kern="1200">
          <a:solidFill>
            <a:schemeClr val="tx1"/>
          </a:solidFill>
          <a:latin typeface="+mn-lt"/>
          <a:ea typeface="+mn-ea"/>
          <a:cs typeface="+mn-cs"/>
        </a:defRPr>
      </a:lvl2pPr>
      <a:lvl3pPr marL="1522362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664" kern="1200">
          <a:solidFill>
            <a:schemeClr val="tx1"/>
          </a:solidFill>
          <a:latin typeface="+mn-lt"/>
          <a:ea typeface="+mn-ea"/>
          <a:cs typeface="+mn-cs"/>
        </a:defRPr>
      </a:lvl3pPr>
      <a:lvl4pPr marL="2131306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4pPr>
      <a:lvl5pPr marL="2740251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5pPr>
      <a:lvl6pPr marL="3349196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6pPr>
      <a:lvl7pPr marL="3958140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7pPr>
      <a:lvl8pPr marL="4567085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8pPr>
      <a:lvl9pPr marL="5176030" indent="-304472" algn="l" defTabSz="1217889" rtl="0" eaLnBrk="1" latinLnBrk="0" hangingPunct="1">
        <a:lnSpc>
          <a:spcPct val="90000"/>
        </a:lnSpc>
        <a:spcBef>
          <a:spcPts val="666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1pPr>
      <a:lvl2pPr marL="608945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2pPr>
      <a:lvl3pPr marL="1217889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3pPr>
      <a:lvl4pPr marL="1826834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4pPr>
      <a:lvl5pPr marL="2435779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5pPr>
      <a:lvl6pPr marL="3044723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6pPr>
      <a:lvl7pPr marL="3653668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7pPr>
      <a:lvl8pPr marL="4262613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8pPr>
      <a:lvl9pPr marL="4871557" algn="l" defTabSz="1217889" rtl="0" eaLnBrk="1" latinLnBrk="0" hangingPunct="1">
        <a:defRPr sz="239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733F0BAD-9FA8-12AD-A061-6CB138E24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629" y="1755158"/>
            <a:ext cx="4177770" cy="2984122"/>
          </a:xfrm>
          <a:prstGeom prst="rect">
            <a:avLst/>
          </a:prstGeom>
        </p:spPr>
      </p:pic>
      <p:pic>
        <p:nvPicPr>
          <p:cNvPr id="3" name="Picture 2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67373C21-16D1-9BED-0A31-D07F24FED5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9627" y="4818698"/>
            <a:ext cx="4177770" cy="298412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78A55B-2FA3-F34F-CE04-A6B9E76BFF8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389627" y="7802820"/>
            <a:ext cx="4177770" cy="29841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114D4B5-2B3D-DFF7-5A46-F654D0CA1634}"/>
              </a:ext>
            </a:extLst>
          </p:cNvPr>
          <p:cNvSpPr txBox="1"/>
          <p:nvPr/>
        </p:nvSpPr>
        <p:spPr>
          <a:xfrm>
            <a:off x="947329" y="193367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D23337-F0CA-02EC-4972-DE98BF2AA3B4}"/>
              </a:ext>
            </a:extLst>
          </p:cNvPr>
          <p:cNvSpPr txBox="1"/>
          <p:nvPr/>
        </p:nvSpPr>
        <p:spPr>
          <a:xfrm>
            <a:off x="947327" y="7981342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EBFDE2-4FA4-3A0A-A4AD-15DE9278FF38}"/>
              </a:ext>
            </a:extLst>
          </p:cNvPr>
          <p:cNvSpPr txBox="1"/>
          <p:nvPr/>
        </p:nvSpPr>
        <p:spPr>
          <a:xfrm>
            <a:off x="947329" y="4997218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C.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0BD33C-E590-6BB7-E634-8F9E03FCB7E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09695" y="2013096"/>
            <a:ext cx="4674496" cy="33531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344B89-741A-72BB-43FF-CBA605A1E5E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995488" y="5036928"/>
            <a:ext cx="4688703" cy="33531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2E8103-6E00-CBE2-B3A8-411D2A69955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989806" y="8021050"/>
            <a:ext cx="4694385" cy="33531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E8C92A-2414-4C32-A10D-202DC4C676F6}"/>
              </a:ext>
            </a:extLst>
          </p:cNvPr>
          <p:cNvSpPr txBox="1"/>
          <p:nvPr/>
        </p:nvSpPr>
        <p:spPr>
          <a:xfrm>
            <a:off x="5781440" y="193367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EC483E-0189-00AD-D8BA-1008AF7F623B}"/>
              </a:ext>
            </a:extLst>
          </p:cNvPr>
          <p:cNvSpPr txBox="1"/>
          <p:nvPr/>
        </p:nvSpPr>
        <p:spPr>
          <a:xfrm>
            <a:off x="5781438" y="7981342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F.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A4D2C9-88F4-C1AB-0E99-A016CB5E76A3}"/>
              </a:ext>
            </a:extLst>
          </p:cNvPr>
          <p:cNvSpPr txBox="1"/>
          <p:nvPr/>
        </p:nvSpPr>
        <p:spPr>
          <a:xfrm>
            <a:off x="5781440" y="4997218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D.</a:t>
            </a:r>
          </a:p>
        </p:txBody>
      </p:sp>
    </p:spTree>
    <p:extLst>
      <p:ext uri="{BB962C8B-B14F-4D97-AF65-F5344CB8AC3E}">
        <p14:creationId xmlns:p14="http://schemas.microsoft.com/office/powerpoint/2010/main" val="1359310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colored squares and lines&#10;&#10;AI-generated content may be incorrect.">
            <a:extLst>
              <a:ext uri="{FF2B5EF4-FFF2-40B4-BE49-F238E27FC236}">
                <a16:creationId xmlns:a16="http://schemas.microsoft.com/office/drawing/2014/main" id="{861B5771-0ADE-4267-ABB8-7901CF22E9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0282"/>
          <a:stretch>
            <a:fillRect/>
          </a:stretch>
        </p:blipFill>
        <p:spPr>
          <a:xfrm>
            <a:off x="1389630" y="1933679"/>
            <a:ext cx="3868170" cy="3963109"/>
          </a:xfrm>
          <a:prstGeom prst="rect">
            <a:avLst/>
          </a:prstGeom>
        </p:spPr>
      </p:pic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AD74FD3E-D347-4029-9909-84A90B38FE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0282"/>
          <a:stretch>
            <a:fillRect/>
          </a:stretch>
        </p:blipFill>
        <p:spPr>
          <a:xfrm>
            <a:off x="6223740" y="1933679"/>
            <a:ext cx="3868171" cy="39631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EEF4CD-48FD-C125-735E-8EBB8268299B}"/>
              </a:ext>
            </a:extLst>
          </p:cNvPr>
          <p:cNvSpPr txBox="1"/>
          <p:nvPr/>
        </p:nvSpPr>
        <p:spPr>
          <a:xfrm>
            <a:off x="947329" y="193367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8663F-4F79-CA2E-7905-065E52CFC6BD}"/>
              </a:ext>
            </a:extLst>
          </p:cNvPr>
          <p:cNvSpPr txBox="1"/>
          <p:nvPr/>
        </p:nvSpPr>
        <p:spPr>
          <a:xfrm>
            <a:off x="5781440" y="193367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4DAAF8-67AD-6E0D-CE23-6A1099CA2215}"/>
              </a:ext>
            </a:extLst>
          </p:cNvPr>
          <p:cNvSpPr/>
          <p:nvPr/>
        </p:nvSpPr>
        <p:spPr>
          <a:xfrm>
            <a:off x="3059723" y="2417885"/>
            <a:ext cx="2488223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8E6A17-BAE3-ABAA-9AEA-94760D8DDBF6}"/>
              </a:ext>
            </a:extLst>
          </p:cNvPr>
          <p:cNvSpPr/>
          <p:nvPr/>
        </p:nvSpPr>
        <p:spPr>
          <a:xfrm>
            <a:off x="7898423" y="2417885"/>
            <a:ext cx="2488223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515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9FC8-5B33-9669-DD28-CF8E38030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FE1508D-A100-3996-43CB-44765ACF52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89627" y="1747024"/>
            <a:ext cx="5164400" cy="369609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77CDBB3-E172-75D7-14EA-205914823F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89627" y="5156572"/>
            <a:ext cx="4177770" cy="29831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4B561BB-538A-1DB0-82E5-B109C76BD58D}"/>
              </a:ext>
            </a:extLst>
          </p:cNvPr>
          <p:cNvSpPr txBox="1"/>
          <p:nvPr/>
        </p:nvSpPr>
        <p:spPr>
          <a:xfrm>
            <a:off x="947329" y="193367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43C77F-2167-9F93-B754-4AA4A027AF7B}"/>
              </a:ext>
            </a:extLst>
          </p:cNvPr>
          <p:cNvSpPr txBox="1"/>
          <p:nvPr/>
        </p:nvSpPr>
        <p:spPr>
          <a:xfrm>
            <a:off x="947329" y="5334604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6FA95B-342B-86FD-CF7F-8AF7A5999D58}"/>
              </a:ext>
            </a:extLst>
          </p:cNvPr>
          <p:cNvSpPr txBox="1"/>
          <p:nvPr/>
        </p:nvSpPr>
        <p:spPr>
          <a:xfrm>
            <a:off x="5781440" y="5334604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C.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278A236-1A7B-D7DA-B811-DD9AD6717E2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23739" y="5160606"/>
            <a:ext cx="4177770" cy="297507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2FA7343-858C-C2C7-03E9-ECB375C1A9A9}"/>
              </a:ext>
            </a:extLst>
          </p:cNvPr>
          <p:cNvSpPr/>
          <p:nvPr/>
        </p:nvSpPr>
        <p:spPr>
          <a:xfrm>
            <a:off x="4343400" y="2302691"/>
            <a:ext cx="1023257" cy="53848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64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5544D-9ABD-5350-856E-F20BB9954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E3804BF-F94F-C32A-445D-9CE8975C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89627" y="1751243"/>
            <a:ext cx="5164400" cy="36876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D98B766-F7F7-D7B3-B5D8-8573FD3344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90309" y="5156571"/>
            <a:ext cx="4997791" cy="35698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717B7C-55CD-9C21-C2D2-C6352086D031}"/>
              </a:ext>
            </a:extLst>
          </p:cNvPr>
          <p:cNvSpPr txBox="1"/>
          <p:nvPr/>
        </p:nvSpPr>
        <p:spPr>
          <a:xfrm>
            <a:off x="947329" y="193367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22B5E4-1C11-AA2A-24AB-013AE75006D1}"/>
              </a:ext>
            </a:extLst>
          </p:cNvPr>
          <p:cNvSpPr txBox="1"/>
          <p:nvPr/>
        </p:nvSpPr>
        <p:spPr>
          <a:xfrm>
            <a:off x="947329" y="5334604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2686138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8CFB1-BC09-A4AC-9155-613B6F0D8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6DB650-7D74-0342-72CA-571144E6A9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89627" y="1751243"/>
            <a:ext cx="5164399" cy="36876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08CBAC7-EFD5-70FF-250B-FAB43DBCD0E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92287" y="5156571"/>
            <a:ext cx="4993835" cy="35698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4299FE-F358-CB04-DFB1-4C20801CC3E1}"/>
              </a:ext>
            </a:extLst>
          </p:cNvPr>
          <p:cNvSpPr txBox="1"/>
          <p:nvPr/>
        </p:nvSpPr>
        <p:spPr>
          <a:xfrm>
            <a:off x="947329" y="193367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EECBD-0FFF-A464-B00E-F1BFE20D9C32}"/>
              </a:ext>
            </a:extLst>
          </p:cNvPr>
          <p:cNvSpPr txBox="1"/>
          <p:nvPr/>
        </p:nvSpPr>
        <p:spPr>
          <a:xfrm>
            <a:off x="947329" y="5334604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2122650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D6F1C-62FC-C37A-9DAA-1FF3E97F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0E4CBA-9BA2-2C58-BEA0-74E8595EB2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89627" y="1747024"/>
            <a:ext cx="5164400" cy="369609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2CE2206-F654-7EF3-A541-178B0B3073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389627" y="5156572"/>
            <a:ext cx="4177770" cy="29831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35F3B6-0098-F37E-B74B-FE6710DEB06A}"/>
              </a:ext>
            </a:extLst>
          </p:cNvPr>
          <p:cNvSpPr txBox="1"/>
          <p:nvPr/>
        </p:nvSpPr>
        <p:spPr>
          <a:xfrm>
            <a:off x="947329" y="1933679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E8AB90-1862-5AB5-6EE4-089E08730372}"/>
              </a:ext>
            </a:extLst>
          </p:cNvPr>
          <p:cNvSpPr txBox="1"/>
          <p:nvPr/>
        </p:nvSpPr>
        <p:spPr>
          <a:xfrm>
            <a:off x="947329" y="5334604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B.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310423-CA50-C502-AD86-0FC176A7822C}"/>
              </a:ext>
            </a:extLst>
          </p:cNvPr>
          <p:cNvSpPr txBox="1"/>
          <p:nvPr/>
        </p:nvSpPr>
        <p:spPr>
          <a:xfrm>
            <a:off x="5781440" y="5334604"/>
            <a:ext cx="442301" cy="3690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98" b="1" dirty="0">
                <a:latin typeface="Arial" panose="020B0604020202020204" pitchFamily="34" charset="0"/>
                <a:cs typeface="Arial" panose="020B0604020202020204" pitchFamily="34" charset="0"/>
              </a:rPr>
              <a:t>C.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E570686-3F28-B3CE-8FBB-5C2A7424380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223739" y="5156572"/>
            <a:ext cx="4177770" cy="2983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312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428</TotalTime>
  <Words>586</Words>
  <Application>Microsoft Macintosh PowerPoint</Application>
  <PresentationFormat>Custom</PresentationFormat>
  <Paragraphs>78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Ruby Muzzatti</dc:creator>
  <cp:lastModifiedBy>Ruby Muzzatti</cp:lastModifiedBy>
  <cp:revision>23</cp:revision>
  <dcterms:created xsi:type="dcterms:W3CDTF">2026-03-03T11:59:25Z</dcterms:created>
  <dcterms:modified xsi:type="dcterms:W3CDTF">2026-03-03T19:33:25Z</dcterms:modified>
</cp:coreProperties>
</file>