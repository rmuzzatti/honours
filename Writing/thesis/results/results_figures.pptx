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16"/>
  </p:notesMasterIdLst>
  <p:sldIdLst>
    <p:sldId id="281" r:id="rId2"/>
    <p:sldId id="294" r:id="rId3"/>
    <p:sldId id="293" r:id="rId4"/>
    <p:sldId id="295" r:id="rId5"/>
    <p:sldId id="284" r:id="rId6"/>
    <p:sldId id="285" r:id="rId7"/>
    <p:sldId id="276" r:id="rId8"/>
    <p:sldId id="277" r:id="rId9"/>
    <p:sldId id="278" r:id="rId10"/>
    <p:sldId id="279" r:id="rId11"/>
    <p:sldId id="286" r:id="rId12"/>
    <p:sldId id="290" r:id="rId13"/>
    <p:sldId id="291" r:id="rId14"/>
    <p:sldId id="292" r:id="rId15"/>
  </p:sldIdLst>
  <p:sldSz cx="12179300" cy="127333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55"/>
    <p:restoredTop sz="95803"/>
  </p:normalViewPr>
  <p:slideViewPr>
    <p:cSldViewPr snapToGrid="0">
      <p:cViewPr varScale="1">
        <p:scale>
          <a:sx n="85" d="100"/>
          <a:sy n="85" d="100"/>
        </p:scale>
        <p:origin x="46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561201-B54B-9546-B2B5-5B57BF2ECE4E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952625" y="1143000"/>
            <a:ext cx="2952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08F06A-076A-AB49-9E02-15A3C27D2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228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7889" rtl="0" eaLnBrk="1" latinLnBrk="0" hangingPunct="1">
      <a:defRPr sz="1598" kern="1200">
        <a:solidFill>
          <a:schemeClr val="tx1"/>
        </a:solidFill>
        <a:latin typeface="+mn-lt"/>
        <a:ea typeface="+mn-ea"/>
        <a:cs typeface="+mn-cs"/>
      </a:defRPr>
    </a:lvl1pPr>
    <a:lvl2pPr marL="608945" algn="l" defTabSz="1217889" rtl="0" eaLnBrk="1" latinLnBrk="0" hangingPunct="1">
      <a:defRPr sz="1598" kern="1200">
        <a:solidFill>
          <a:schemeClr val="tx1"/>
        </a:solidFill>
        <a:latin typeface="+mn-lt"/>
        <a:ea typeface="+mn-ea"/>
        <a:cs typeface="+mn-cs"/>
      </a:defRPr>
    </a:lvl2pPr>
    <a:lvl3pPr marL="1217889" algn="l" defTabSz="1217889" rtl="0" eaLnBrk="1" latinLnBrk="0" hangingPunct="1">
      <a:defRPr sz="1598" kern="1200">
        <a:solidFill>
          <a:schemeClr val="tx1"/>
        </a:solidFill>
        <a:latin typeface="+mn-lt"/>
        <a:ea typeface="+mn-ea"/>
        <a:cs typeface="+mn-cs"/>
      </a:defRPr>
    </a:lvl3pPr>
    <a:lvl4pPr marL="1826834" algn="l" defTabSz="1217889" rtl="0" eaLnBrk="1" latinLnBrk="0" hangingPunct="1">
      <a:defRPr sz="1598" kern="1200">
        <a:solidFill>
          <a:schemeClr val="tx1"/>
        </a:solidFill>
        <a:latin typeface="+mn-lt"/>
        <a:ea typeface="+mn-ea"/>
        <a:cs typeface="+mn-cs"/>
      </a:defRPr>
    </a:lvl4pPr>
    <a:lvl5pPr marL="2435779" algn="l" defTabSz="1217889" rtl="0" eaLnBrk="1" latinLnBrk="0" hangingPunct="1">
      <a:defRPr sz="1598" kern="1200">
        <a:solidFill>
          <a:schemeClr val="tx1"/>
        </a:solidFill>
        <a:latin typeface="+mn-lt"/>
        <a:ea typeface="+mn-ea"/>
        <a:cs typeface="+mn-cs"/>
      </a:defRPr>
    </a:lvl5pPr>
    <a:lvl6pPr marL="3044723" algn="l" defTabSz="1217889" rtl="0" eaLnBrk="1" latinLnBrk="0" hangingPunct="1">
      <a:defRPr sz="1598" kern="1200">
        <a:solidFill>
          <a:schemeClr val="tx1"/>
        </a:solidFill>
        <a:latin typeface="+mn-lt"/>
        <a:ea typeface="+mn-ea"/>
        <a:cs typeface="+mn-cs"/>
      </a:defRPr>
    </a:lvl6pPr>
    <a:lvl7pPr marL="3653668" algn="l" defTabSz="1217889" rtl="0" eaLnBrk="1" latinLnBrk="0" hangingPunct="1">
      <a:defRPr sz="1598" kern="1200">
        <a:solidFill>
          <a:schemeClr val="tx1"/>
        </a:solidFill>
        <a:latin typeface="+mn-lt"/>
        <a:ea typeface="+mn-ea"/>
        <a:cs typeface="+mn-cs"/>
      </a:defRPr>
    </a:lvl7pPr>
    <a:lvl8pPr marL="4262613" algn="l" defTabSz="1217889" rtl="0" eaLnBrk="1" latinLnBrk="0" hangingPunct="1">
      <a:defRPr sz="1598" kern="1200">
        <a:solidFill>
          <a:schemeClr val="tx1"/>
        </a:solidFill>
        <a:latin typeface="+mn-lt"/>
        <a:ea typeface="+mn-ea"/>
        <a:cs typeface="+mn-cs"/>
      </a:defRPr>
    </a:lvl8pPr>
    <a:lvl9pPr marL="4871557" algn="l" defTabSz="1217889" rtl="0" eaLnBrk="1" latinLnBrk="0" hangingPunct="1">
      <a:defRPr sz="159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09DA2-3002-73A8-7D03-7263296DA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440792-294C-C467-0399-40B7797AAF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4E6D63-BB97-3443-E8FB-8684811874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B49042-3ED7-64B1-11C7-62CDDCEBEC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08F06A-076A-AB49-9E02-15A3C27D2EF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7933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B859A-7052-95CC-709C-52BA99E30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F40888-4DD8-9116-E249-AF7CDCAA7D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9DACE1-7DFB-2004-E2DE-47419D6EBD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9DCA3A-687A-6F7D-5268-D862B9D52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08F06A-076A-AB49-9E02-15A3C27D2EF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5628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D0DB6-629C-AB33-FB1D-47A286B93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B5D568-DEFE-0B2D-D8B8-21E93345AB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9C9148-6625-0E9E-0421-E112C007EC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D59363-15FA-79F8-9F51-9BBA447D3F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08F06A-076A-AB49-9E02-15A3C27D2EF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0799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1AECC-3561-69F6-47AE-C0FE0EAFB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509AF1-B2D1-0C48-71B4-7D5A86A122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D25F5C-AF0C-5B9C-71D1-78EC212731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74ACA2-DB0E-B93E-4CD1-6E5D21272D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08F06A-076A-AB49-9E02-15A3C27D2EF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131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569EB-950F-7462-7CF1-0EF121E2A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E4C353-145B-19A6-CADC-945EC64410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926833-C3AC-A983-21D9-815F660F57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PPR: </a:t>
            </a:r>
            <a:r>
              <a:rPr lang="en-CA" sz="1598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1.02 ± 0.10 at baseline to 1.46 ± 0.17 post-HFS, n = 8, paired t-test</a:t>
            </a:r>
          </a:p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598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 = 2.8363, </a:t>
            </a:r>
            <a:r>
              <a:rPr lang="en-CA" sz="1598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df</a:t>
            </a:r>
            <a:r>
              <a:rPr lang="en-CA" sz="1598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7, p-value = 0.02518</a:t>
            </a:r>
          </a:p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1598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1598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1598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598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 = -2.2068, </a:t>
            </a:r>
            <a:r>
              <a:rPr lang="en-CA" sz="1598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df</a:t>
            </a:r>
            <a:r>
              <a:rPr lang="en-CA" sz="1598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7, p-value = 0.06309</a:t>
            </a:r>
          </a:p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1598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FE3735-5213-55EF-0289-5FBE56E910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08F06A-076A-AB49-9E02-15A3C27D2EF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7611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5FA6B-7601-983F-C73F-470D3964E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621E7F-08F2-072D-8337-AD19AFD97C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B81209-5EF0-17BC-8E22-8A9AFD34E6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PPR: </a:t>
            </a:r>
            <a:r>
              <a:rPr lang="en-CA" sz="1598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1.02 ± 0.10 at baseline to 1.46 ± 0.17 post-HFS, n = 8, paired t-test</a:t>
            </a:r>
          </a:p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598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 = 2.8363, </a:t>
            </a:r>
            <a:r>
              <a:rPr lang="en-CA" sz="1598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df</a:t>
            </a:r>
            <a:r>
              <a:rPr lang="en-CA" sz="1598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7, p-value = 0.02518</a:t>
            </a:r>
          </a:p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1598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1598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1598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598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 = -2.2068, </a:t>
            </a:r>
            <a:r>
              <a:rPr lang="en-CA" sz="1598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df</a:t>
            </a:r>
            <a:r>
              <a:rPr lang="en-CA" sz="1598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7, p-value = 0.06309</a:t>
            </a:r>
          </a:p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1598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4E65E9-CD2B-D21F-AD78-05B6FCD5CA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08F06A-076A-AB49-9E02-15A3C27D2EF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3987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PPR: </a:t>
            </a:r>
            <a:r>
              <a:rPr lang="en-CA" sz="1598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1.02 ± 0.12 at baseline to 1.00 ± 0.12 post-HFS,  n = 10, paired t-test</a:t>
            </a:r>
            <a:endParaRPr lang="en-CA" dirty="0">
              <a:effectLst/>
            </a:endParaRPr>
          </a:p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dirty="0">
                <a:effectLst/>
              </a:rPr>
              <a:t>PPR: </a:t>
            </a:r>
            <a:r>
              <a:rPr lang="en-CA" sz="1598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 = -0.28857, </a:t>
            </a:r>
            <a:r>
              <a:rPr lang="en-CA" sz="1598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df</a:t>
            </a:r>
            <a:r>
              <a:rPr lang="en-CA" sz="1598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9, p-value = 0.7794</a:t>
            </a:r>
            <a:endParaRPr lang="en-CA" dirty="0">
              <a:effectLst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08F06A-076A-AB49-9E02-15A3C27D2EF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2163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PPR: </a:t>
            </a:r>
            <a:r>
              <a:rPr lang="en-CA" sz="1598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1.02 ± 0.10 at baseline to 1.46 ± 0.17 post-HFS, n = 8, paired t-test</a:t>
            </a:r>
          </a:p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598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 = 2.8363, </a:t>
            </a:r>
            <a:r>
              <a:rPr lang="en-CA" sz="1598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df</a:t>
            </a:r>
            <a:r>
              <a:rPr lang="en-CA" sz="1598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7, p-value = 0.02518</a:t>
            </a:r>
          </a:p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1598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1598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1598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598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 = -2.2068, </a:t>
            </a:r>
            <a:r>
              <a:rPr lang="en-CA" sz="1598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df</a:t>
            </a:r>
            <a:r>
              <a:rPr lang="en-CA" sz="1598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7, p-value = 0.06309</a:t>
            </a:r>
          </a:p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1598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08F06A-076A-AB49-9E02-15A3C27D2EF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961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PPR: 1</a:t>
            </a:r>
            <a:r>
              <a:rPr lang="en-CA" sz="1598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.05 ± 0.09 to 1.07 ± 0.13, n = 10, paired t-test</a:t>
            </a:r>
          </a:p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598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 = 0.29187, </a:t>
            </a:r>
            <a:r>
              <a:rPr lang="en-CA" sz="1598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df</a:t>
            </a:r>
            <a:r>
              <a:rPr lang="en-CA" sz="1598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9, p-value = 0.777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598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 = 1.0427, </a:t>
            </a:r>
            <a:r>
              <a:rPr lang="en-CA" sz="1598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df</a:t>
            </a:r>
            <a:r>
              <a:rPr lang="en-CA" sz="1598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9, p-value = 0.3243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08F06A-076A-AB49-9E02-15A3C27D2EF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143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PPR: </a:t>
            </a:r>
            <a:r>
              <a:rPr lang="en-CA" sz="1598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1.29 ± 0.18 to 1.35 ± 0.22, n = 9, paired t-test</a:t>
            </a:r>
          </a:p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598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 = 0.53352, </a:t>
            </a:r>
            <a:r>
              <a:rPr lang="en-CA" sz="1598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df</a:t>
            </a:r>
            <a:r>
              <a:rPr lang="en-CA" sz="1598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8, p-value = 0.6082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marR="0" lvl="0" indent="0" algn="l" defTabSz="121788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598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 = 0.32925, </a:t>
            </a:r>
            <a:r>
              <a:rPr lang="en-CA" sz="1598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df</a:t>
            </a:r>
            <a:r>
              <a:rPr lang="en-CA" sz="1598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8, p-value = 0.7504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08F06A-076A-AB49-9E02-15A3C27D2EF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6484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89A06-0CE7-7C73-BDF2-3A5EC89C5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67F0A2-06A6-9BBF-7A70-2759B0DDDE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18225D-E445-E36C-0C00-ACB8AAB827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9698B3-D980-3167-DE5C-DF82570B33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08F06A-076A-AB49-9E02-15A3C27D2EF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1484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B5C47-B4EB-E52B-4963-D78F5A81E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245154-0B7E-7F2B-3716-EB81122CB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45FA48-153E-448F-B5F5-0F9078C144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B305F4-A6D2-AD92-14BF-D4AB8CA09D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08F06A-076A-AB49-9E02-15A3C27D2EF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3660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000B7-FF69-C82F-EFF2-3BA025AFE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68979C-3ECE-80BA-810D-04EEF66702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6F26F6-A3EA-54F1-02D9-C4F47FCB6F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CA189A-C932-8A5B-2B56-D4744591D1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08F06A-076A-AB49-9E02-15A3C27D2EF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9067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F2AAB-B0BB-138C-4111-52341809C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7546A1-9DC5-B0FB-2228-9B9645FAF1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FB809A-B589-0301-A3DD-864F84C3B1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F8C57-C86C-D4A5-6D7F-73211F6A18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08F06A-076A-AB49-9E02-15A3C27D2EF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5899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3448" y="2083906"/>
            <a:ext cx="10352405" cy="4433088"/>
          </a:xfrm>
        </p:spPr>
        <p:txBody>
          <a:bodyPr anchor="b"/>
          <a:lstStyle>
            <a:lvl1pPr algn="ctr">
              <a:defRPr sz="799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2413" y="6687951"/>
            <a:ext cx="9134475" cy="3074275"/>
          </a:xfrm>
        </p:spPr>
        <p:txBody>
          <a:bodyPr/>
          <a:lstStyle>
            <a:lvl1pPr marL="0" indent="0" algn="ctr">
              <a:buNone/>
              <a:defRPr sz="3197"/>
            </a:lvl1pPr>
            <a:lvl2pPr marL="608945" indent="0" algn="ctr">
              <a:buNone/>
              <a:defRPr sz="2664"/>
            </a:lvl2pPr>
            <a:lvl3pPr marL="1217889" indent="0" algn="ctr">
              <a:buNone/>
              <a:defRPr sz="2397"/>
            </a:lvl3pPr>
            <a:lvl4pPr marL="1826834" indent="0" algn="ctr">
              <a:buNone/>
              <a:defRPr sz="2131"/>
            </a:lvl4pPr>
            <a:lvl5pPr marL="2435779" indent="0" algn="ctr">
              <a:buNone/>
              <a:defRPr sz="2131"/>
            </a:lvl5pPr>
            <a:lvl6pPr marL="3044723" indent="0" algn="ctr">
              <a:buNone/>
              <a:defRPr sz="2131"/>
            </a:lvl6pPr>
            <a:lvl7pPr marL="3653668" indent="0" algn="ctr">
              <a:buNone/>
              <a:defRPr sz="2131"/>
            </a:lvl7pPr>
            <a:lvl8pPr marL="4262613" indent="0" algn="ctr">
              <a:buNone/>
              <a:defRPr sz="2131"/>
            </a:lvl8pPr>
            <a:lvl9pPr marL="4871557" indent="0" algn="ctr">
              <a:buNone/>
              <a:defRPr sz="2131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AA46A-6E9F-7141-8668-6D3EB019C2A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591C1-7CEC-6148-8FA6-114E364A7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8400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AA46A-6E9F-7141-8668-6D3EB019C2A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591C1-7CEC-6148-8FA6-114E364A7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519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0984" y="3174496"/>
            <a:ext cx="10504646" cy="5296714"/>
          </a:xfrm>
        </p:spPr>
        <p:txBody>
          <a:bodyPr anchor="b"/>
          <a:lstStyle>
            <a:lvl1pPr>
              <a:defRPr sz="799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0984" y="8521318"/>
            <a:ext cx="10504646" cy="2785417"/>
          </a:xfrm>
        </p:spPr>
        <p:txBody>
          <a:bodyPr/>
          <a:lstStyle>
            <a:lvl1pPr marL="0" indent="0">
              <a:buNone/>
              <a:defRPr sz="3197">
                <a:solidFill>
                  <a:schemeClr val="tx1">
                    <a:tint val="82000"/>
                  </a:schemeClr>
                </a:solidFill>
              </a:defRPr>
            </a:lvl1pPr>
            <a:lvl2pPr marL="608945" indent="0">
              <a:buNone/>
              <a:defRPr sz="2664">
                <a:solidFill>
                  <a:schemeClr val="tx1">
                    <a:tint val="82000"/>
                  </a:schemeClr>
                </a:solidFill>
              </a:defRPr>
            </a:lvl2pPr>
            <a:lvl3pPr marL="1217889" indent="0">
              <a:buNone/>
              <a:defRPr sz="2397">
                <a:solidFill>
                  <a:schemeClr val="tx1">
                    <a:tint val="82000"/>
                  </a:schemeClr>
                </a:solidFill>
              </a:defRPr>
            </a:lvl3pPr>
            <a:lvl4pPr marL="1826834" indent="0">
              <a:buNone/>
              <a:defRPr sz="2131">
                <a:solidFill>
                  <a:schemeClr val="tx1">
                    <a:tint val="82000"/>
                  </a:schemeClr>
                </a:solidFill>
              </a:defRPr>
            </a:lvl4pPr>
            <a:lvl5pPr marL="2435779" indent="0">
              <a:buNone/>
              <a:defRPr sz="2131">
                <a:solidFill>
                  <a:schemeClr val="tx1">
                    <a:tint val="82000"/>
                  </a:schemeClr>
                </a:solidFill>
              </a:defRPr>
            </a:lvl5pPr>
            <a:lvl6pPr marL="3044723" indent="0">
              <a:buNone/>
              <a:defRPr sz="2131">
                <a:solidFill>
                  <a:schemeClr val="tx1">
                    <a:tint val="82000"/>
                  </a:schemeClr>
                </a:solidFill>
              </a:defRPr>
            </a:lvl6pPr>
            <a:lvl7pPr marL="3653668" indent="0">
              <a:buNone/>
              <a:defRPr sz="2131">
                <a:solidFill>
                  <a:schemeClr val="tx1">
                    <a:tint val="82000"/>
                  </a:schemeClr>
                </a:solidFill>
              </a:defRPr>
            </a:lvl7pPr>
            <a:lvl8pPr marL="4262613" indent="0">
              <a:buNone/>
              <a:defRPr sz="2131">
                <a:solidFill>
                  <a:schemeClr val="tx1">
                    <a:tint val="82000"/>
                  </a:schemeClr>
                </a:solidFill>
              </a:defRPr>
            </a:lvl8pPr>
            <a:lvl9pPr marL="4871557" indent="0">
              <a:buNone/>
              <a:defRPr sz="2131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AA46A-6E9F-7141-8668-6D3EB019C2A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591C1-7CEC-6148-8FA6-114E364A7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204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7327" y="3389662"/>
            <a:ext cx="5176203" cy="80791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65770" y="3389662"/>
            <a:ext cx="5176203" cy="80791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AA46A-6E9F-7141-8668-6D3EB019C2A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591C1-7CEC-6148-8FA6-114E364A7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7536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913" y="677935"/>
            <a:ext cx="10504646" cy="24611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915" y="3121437"/>
            <a:ext cx="5152414" cy="1529768"/>
          </a:xfrm>
        </p:spPr>
        <p:txBody>
          <a:bodyPr anchor="b"/>
          <a:lstStyle>
            <a:lvl1pPr marL="0" indent="0">
              <a:buNone/>
              <a:defRPr sz="3197" b="1"/>
            </a:lvl1pPr>
            <a:lvl2pPr marL="608945" indent="0">
              <a:buNone/>
              <a:defRPr sz="2664" b="1"/>
            </a:lvl2pPr>
            <a:lvl3pPr marL="1217889" indent="0">
              <a:buNone/>
              <a:defRPr sz="2397" b="1"/>
            </a:lvl3pPr>
            <a:lvl4pPr marL="1826834" indent="0">
              <a:buNone/>
              <a:defRPr sz="2131" b="1"/>
            </a:lvl4pPr>
            <a:lvl5pPr marL="2435779" indent="0">
              <a:buNone/>
              <a:defRPr sz="2131" b="1"/>
            </a:lvl5pPr>
            <a:lvl6pPr marL="3044723" indent="0">
              <a:buNone/>
              <a:defRPr sz="2131" b="1"/>
            </a:lvl6pPr>
            <a:lvl7pPr marL="3653668" indent="0">
              <a:buNone/>
              <a:defRPr sz="2131" b="1"/>
            </a:lvl7pPr>
            <a:lvl8pPr marL="4262613" indent="0">
              <a:buNone/>
              <a:defRPr sz="2131" b="1"/>
            </a:lvl8pPr>
            <a:lvl9pPr marL="4871557" indent="0">
              <a:buNone/>
              <a:defRPr sz="213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8915" y="4651205"/>
            <a:ext cx="5152414" cy="68412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65771" y="3121437"/>
            <a:ext cx="5177789" cy="1529768"/>
          </a:xfrm>
        </p:spPr>
        <p:txBody>
          <a:bodyPr anchor="b"/>
          <a:lstStyle>
            <a:lvl1pPr marL="0" indent="0">
              <a:buNone/>
              <a:defRPr sz="3197" b="1"/>
            </a:lvl1pPr>
            <a:lvl2pPr marL="608945" indent="0">
              <a:buNone/>
              <a:defRPr sz="2664" b="1"/>
            </a:lvl2pPr>
            <a:lvl3pPr marL="1217889" indent="0">
              <a:buNone/>
              <a:defRPr sz="2397" b="1"/>
            </a:lvl3pPr>
            <a:lvl4pPr marL="1826834" indent="0">
              <a:buNone/>
              <a:defRPr sz="2131" b="1"/>
            </a:lvl4pPr>
            <a:lvl5pPr marL="2435779" indent="0">
              <a:buNone/>
              <a:defRPr sz="2131" b="1"/>
            </a:lvl5pPr>
            <a:lvl6pPr marL="3044723" indent="0">
              <a:buNone/>
              <a:defRPr sz="2131" b="1"/>
            </a:lvl6pPr>
            <a:lvl7pPr marL="3653668" indent="0">
              <a:buNone/>
              <a:defRPr sz="2131" b="1"/>
            </a:lvl7pPr>
            <a:lvl8pPr marL="4262613" indent="0">
              <a:buNone/>
              <a:defRPr sz="2131" b="1"/>
            </a:lvl8pPr>
            <a:lvl9pPr marL="4871557" indent="0">
              <a:buNone/>
              <a:defRPr sz="213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65771" y="4651205"/>
            <a:ext cx="5177789" cy="68412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AA46A-6E9F-7141-8668-6D3EB019C2A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591C1-7CEC-6148-8FA6-114E364A7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9303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AA46A-6E9F-7141-8668-6D3EB019C2A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591C1-7CEC-6148-8FA6-114E364A7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283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AA46A-6E9F-7141-8668-6D3EB019C2A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591C1-7CEC-6148-8FA6-114E364A7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34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913" y="848889"/>
            <a:ext cx="3928141" cy="2971112"/>
          </a:xfrm>
        </p:spPr>
        <p:txBody>
          <a:bodyPr anchor="b"/>
          <a:lstStyle>
            <a:lvl1pPr>
              <a:defRPr sz="426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77789" y="1833368"/>
            <a:ext cx="6165771" cy="9048923"/>
          </a:xfrm>
        </p:spPr>
        <p:txBody>
          <a:bodyPr/>
          <a:lstStyle>
            <a:lvl1pPr>
              <a:defRPr sz="4262"/>
            </a:lvl1pPr>
            <a:lvl2pPr>
              <a:defRPr sz="3729"/>
            </a:lvl2pPr>
            <a:lvl3pPr>
              <a:defRPr sz="3197"/>
            </a:lvl3pPr>
            <a:lvl4pPr>
              <a:defRPr sz="2664"/>
            </a:lvl4pPr>
            <a:lvl5pPr>
              <a:defRPr sz="2664"/>
            </a:lvl5pPr>
            <a:lvl6pPr>
              <a:defRPr sz="2664"/>
            </a:lvl6pPr>
            <a:lvl7pPr>
              <a:defRPr sz="2664"/>
            </a:lvl7pPr>
            <a:lvl8pPr>
              <a:defRPr sz="2664"/>
            </a:lvl8pPr>
            <a:lvl9pPr>
              <a:defRPr sz="266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913" y="3820001"/>
            <a:ext cx="3928141" cy="7077025"/>
          </a:xfrm>
        </p:spPr>
        <p:txBody>
          <a:bodyPr/>
          <a:lstStyle>
            <a:lvl1pPr marL="0" indent="0">
              <a:buNone/>
              <a:defRPr sz="2131"/>
            </a:lvl1pPr>
            <a:lvl2pPr marL="608945" indent="0">
              <a:buNone/>
              <a:defRPr sz="1865"/>
            </a:lvl2pPr>
            <a:lvl3pPr marL="1217889" indent="0">
              <a:buNone/>
              <a:defRPr sz="1598"/>
            </a:lvl3pPr>
            <a:lvl4pPr marL="1826834" indent="0">
              <a:buNone/>
              <a:defRPr sz="1332"/>
            </a:lvl4pPr>
            <a:lvl5pPr marL="2435779" indent="0">
              <a:buNone/>
              <a:defRPr sz="1332"/>
            </a:lvl5pPr>
            <a:lvl6pPr marL="3044723" indent="0">
              <a:buNone/>
              <a:defRPr sz="1332"/>
            </a:lvl6pPr>
            <a:lvl7pPr marL="3653668" indent="0">
              <a:buNone/>
              <a:defRPr sz="1332"/>
            </a:lvl7pPr>
            <a:lvl8pPr marL="4262613" indent="0">
              <a:buNone/>
              <a:defRPr sz="1332"/>
            </a:lvl8pPr>
            <a:lvl9pPr marL="4871557" indent="0">
              <a:buNone/>
              <a:defRPr sz="133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AA46A-6E9F-7141-8668-6D3EB019C2A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591C1-7CEC-6148-8FA6-114E364A7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077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913" y="848889"/>
            <a:ext cx="3928141" cy="2971112"/>
          </a:xfrm>
        </p:spPr>
        <p:txBody>
          <a:bodyPr anchor="b"/>
          <a:lstStyle>
            <a:lvl1pPr>
              <a:defRPr sz="426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77789" y="1833368"/>
            <a:ext cx="6165771" cy="9048923"/>
          </a:xfrm>
        </p:spPr>
        <p:txBody>
          <a:bodyPr anchor="t"/>
          <a:lstStyle>
            <a:lvl1pPr marL="0" indent="0">
              <a:buNone/>
              <a:defRPr sz="4262"/>
            </a:lvl1pPr>
            <a:lvl2pPr marL="608945" indent="0">
              <a:buNone/>
              <a:defRPr sz="3729"/>
            </a:lvl2pPr>
            <a:lvl3pPr marL="1217889" indent="0">
              <a:buNone/>
              <a:defRPr sz="3197"/>
            </a:lvl3pPr>
            <a:lvl4pPr marL="1826834" indent="0">
              <a:buNone/>
              <a:defRPr sz="2664"/>
            </a:lvl4pPr>
            <a:lvl5pPr marL="2435779" indent="0">
              <a:buNone/>
              <a:defRPr sz="2664"/>
            </a:lvl5pPr>
            <a:lvl6pPr marL="3044723" indent="0">
              <a:buNone/>
              <a:defRPr sz="2664"/>
            </a:lvl6pPr>
            <a:lvl7pPr marL="3653668" indent="0">
              <a:buNone/>
              <a:defRPr sz="2664"/>
            </a:lvl7pPr>
            <a:lvl8pPr marL="4262613" indent="0">
              <a:buNone/>
              <a:defRPr sz="2664"/>
            </a:lvl8pPr>
            <a:lvl9pPr marL="4871557" indent="0">
              <a:buNone/>
              <a:defRPr sz="266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913" y="3820001"/>
            <a:ext cx="3928141" cy="7077025"/>
          </a:xfrm>
        </p:spPr>
        <p:txBody>
          <a:bodyPr/>
          <a:lstStyle>
            <a:lvl1pPr marL="0" indent="0">
              <a:buNone/>
              <a:defRPr sz="2131"/>
            </a:lvl1pPr>
            <a:lvl2pPr marL="608945" indent="0">
              <a:buNone/>
              <a:defRPr sz="1865"/>
            </a:lvl2pPr>
            <a:lvl3pPr marL="1217889" indent="0">
              <a:buNone/>
              <a:defRPr sz="1598"/>
            </a:lvl3pPr>
            <a:lvl4pPr marL="1826834" indent="0">
              <a:buNone/>
              <a:defRPr sz="1332"/>
            </a:lvl4pPr>
            <a:lvl5pPr marL="2435779" indent="0">
              <a:buNone/>
              <a:defRPr sz="1332"/>
            </a:lvl5pPr>
            <a:lvl6pPr marL="3044723" indent="0">
              <a:buNone/>
              <a:defRPr sz="1332"/>
            </a:lvl6pPr>
            <a:lvl7pPr marL="3653668" indent="0">
              <a:buNone/>
              <a:defRPr sz="1332"/>
            </a:lvl7pPr>
            <a:lvl8pPr marL="4262613" indent="0">
              <a:buNone/>
              <a:defRPr sz="1332"/>
            </a:lvl8pPr>
            <a:lvl9pPr marL="4871557" indent="0">
              <a:buNone/>
              <a:defRPr sz="133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AA46A-6E9F-7141-8668-6D3EB019C2A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591C1-7CEC-6148-8FA6-114E364A7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202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AA46A-6E9F-7141-8668-6D3EB019C2A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591C1-7CEC-6148-8FA6-114E364A7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5704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15812" y="677933"/>
            <a:ext cx="2626162" cy="1079091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7328" y="677933"/>
            <a:ext cx="7726243" cy="1079091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AA46A-6E9F-7141-8668-6D3EB019C2A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591C1-7CEC-6148-8FA6-114E364A7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5175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7327" y="677935"/>
            <a:ext cx="10504646" cy="24611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7327" y="3389662"/>
            <a:ext cx="10504646" cy="80791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7327" y="11801921"/>
            <a:ext cx="2740343" cy="677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3AA46A-6E9F-7141-8668-6D3EB019C2A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4393" y="11801921"/>
            <a:ext cx="4110514" cy="677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5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01630" y="11801921"/>
            <a:ext cx="2740343" cy="677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1591C1-7CEC-6148-8FA6-114E364A7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65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217889" rtl="0" eaLnBrk="1" latinLnBrk="0" hangingPunct="1">
        <a:lnSpc>
          <a:spcPct val="90000"/>
        </a:lnSpc>
        <a:spcBef>
          <a:spcPct val="0"/>
        </a:spcBef>
        <a:buNone/>
        <a:defRPr sz="58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472" indent="-304472" algn="l" defTabSz="1217889" rtl="0" eaLnBrk="1" latinLnBrk="0" hangingPunct="1">
        <a:lnSpc>
          <a:spcPct val="90000"/>
        </a:lnSpc>
        <a:spcBef>
          <a:spcPts val="1332"/>
        </a:spcBef>
        <a:buFont typeface="Arial" panose="020B0604020202020204" pitchFamily="34" charset="0"/>
        <a:buChar char="•"/>
        <a:defRPr sz="3729" kern="1200">
          <a:solidFill>
            <a:schemeClr val="tx1"/>
          </a:solidFill>
          <a:latin typeface="+mn-lt"/>
          <a:ea typeface="+mn-ea"/>
          <a:cs typeface="+mn-cs"/>
        </a:defRPr>
      </a:lvl1pPr>
      <a:lvl2pPr marL="913417" indent="-304472" algn="l" defTabSz="1217889" rtl="0" eaLnBrk="1" latinLnBrk="0" hangingPunct="1">
        <a:lnSpc>
          <a:spcPct val="90000"/>
        </a:lnSpc>
        <a:spcBef>
          <a:spcPts val="666"/>
        </a:spcBef>
        <a:buFont typeface="Arial" panose="020B0604020202020204" pitchFamily="34" charset="0"/>
        <a:buChar char="•"/>
        <a:defRPr sz="3197" kern="1200">
          <a:solidFill>
            <a:schemeClr val="tx1"/>
          </a:solidFill>
          <a:latin typeface="+mn-lt"/>
          <a:ea typeface="+mn-ea"/>
          <a:cs typeface="+mn-cs"/>
        </a:defRPr>
      </a:lvl2pPr>
      <a:lvl3pPr marL="1522362" indent="-304472" algn="l" defTabSz="1217889" rtl="0" eaLnBrk="1" latinLnBrk="0" hangingPunct="1">
        <a:lnSpc>
          <a:spcPct val="90000"/>
        </a:lnSpc>
        <a:spcBef>
          <a:spcPts val="666"/>
        </a:spcBef>
        <a:buFont typeface="Arial" panose="020B0604020202020204" pitchFamily="34" charset="0"/>
        <a:buChar char="•"/>
        <a:defRPr sz="2664" kern="1200">
          <a:solidFill>
            <a:schemeClr val="tx1"/>
          </a:solidFill>
          <a:latin typeface="+mn-lt"/>
          <a:ea typeface="+mn-ea"/>
          <a:cs typeface="+mn-cs"/>
        </a:defRPr>
      </a:lvl3pPr>
      <a:lvl4pPr marL="2131306" indent="-304472" algn="l" defTabSz="1217889" rtl="0" eaLnBrk="1" latinLnBrk="0" hangingPunct="1">
        <a:lnSpc>
          <a:spcPct val="90000"/>
        </a:lnSpc>
        <a:spcBef>
          <a:spcPts val="666"/>
        </a:spcBef>
        <a:buFont typeface="Arial" panose="020B0604020202020204" pitchFamily="34" charset="0"/>
        <a:buChar char="•"/>
        <a:defRPr sz="2397" kern="1200">
          <a:solidFill>
            <a:schemeClr val="tx1"/>
          </a:solidFill>
          <a:latin typeface="+mn-lt"/>
          <a:ea typeface="+mn-ea"/>
          <a:cs typeface="+mn-cs"/>
        </a:defRPr>
      </a:lvl4pPr>
      <a:lvl5pPr marL="2740251" indent="-304472" algn="l" defTabSz="1217889" rtl="0" eaLnBrk="1" latinLnBrk="0" hangingPunct="1">
        <a:lnSpc>
          <a:spcPct val="90000"/>
        </a:lnSpc>
        <a:spcBef>
          <a:spcPts val="666"/>
        </a:spcBef>
        <a:buFont typeface="Arial" panose="020B0604020202020204" pitchFamily="34" charset="0"/>
        <a:buChar char="•"/>
        <a:defRPr sz="2397" kern="1200">
          <a:solidFill>
            <a:schemeClr val="tx1"/>
          </a:solidFill>
          <a:latin typeface="+mn-lt"/>
          <a:ea typeface="+mn-ea"/>
          <a:cs typeface="+mn-cs"/>
        </a:defRPr>
      </a:lvl5pPr>
      <a:lvl6pPr marL="3349196" indent="-304472" algn="l" defTabSz="1217889" rtl="0" eaLnBrk="1" latinLnBrk="0" hangingPunct="1">
        <a:lnSpc>
          <a:spcPct val="90000"/>
        </a:lnSpc>
        <a:spcBef>
          <a:spcPts val="666"/>
        </a:spcBef>
        <a:buFont typeface="Arial" panose="020B0604020202020204" pitchFamily="34" charset="0"/>
        <a:buChar char="•"/>
        <a:defRPr sz="2397" kern="1200">
          <a:solidFill>
            <a:schemeClr val="tx1"/>
          </a:solidFill>
          <a:latin typeface="+mn-lt"/>
          <a:ea typeface="+mn-ea"/>
          <a:cs typeface="+mn-cs"/>
        </a:defRPr>
      </a:lvl6pPr>
      <a:lvl7pPr marL="3958140" indent="-304472" algn="l" defTabSz="1217889" rtl="0" eaLnBrk="1" latinLnBrk="0" hangingPunct="1">
        <a:lnSpc>
          <a:spcPct val="90000"/>
        </a:lnSpc>
        <a:spcBef>
          <a:spcPts val="666"/>
        </a:spcBef>
        <a:buFont typeface="Arial" panose="020B0604020202020204" pitchFamily="34" charset="0"/>
        <a:buChar char="•"/>
        <a:defRPr sz="2397" kern="1200">
          <a:solidFill>
            <a:schemeClr val="tx1"/>
          </a:solidFill>
          <a:latin typeface="+mn-lt"/>
          <a:ea typeface="+mn-ea"/>
          <a:cs typeface="+mn-cs"/>
        </a:defRPr>
      </a:lvl7pPr>
      <a:lvl8pPr marL="4567085" indent="-304472" algn="l" defTabSz="1217889" rtl="0" eaLnBrk="1" latinLnBrk="0" hangingPunct="1">
        <a:lnSpc>
          <a:spcPct val="90000"/>
        </a:lnSpc>
        <a:spcBef>
          <a:spcPts val="666"/>
        </a:spcBef>
        <a:buFont typeface="Arial" panose="020B0604020202020204" pitchFamily="34" charset="0"/>
        <a:buChar char="•"/>
        <a:defRPr sz="2397" kern="1200">
          <a:solidFill>
            <a:schemeClr val="tx1"/>
          </a:solidFill>
          <a:latin typeface="+mn-lt"/>
          <a:ea typeface="+mn-ea"/>
          <a:cs typeface="+mn-cs"/>
        </a:defRPr>
      </a:lvl8pPr>
      <a:lvl9pPr marL="5176030" indent="-304472" algn="l" defTabSz="1217889" rtl="0" eaLnBrk="1" latinLnBrk="0" hangingPunct="1">
        <a:lnSpc>
          <a:spcPct val="90000"/>
        </a:lnSpc>
        <a:spcBef>
          <a:spcPts val="666"/>
        </a:spcBef>
        <a:buFont typeface="Arial" panose="020B0604020202020204" pitchFamily="34" charset="0"/>
        <a:buChar char="•"/>
        <a:defRPr sz="239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7889" rtl="0" eaLnBrk="1" latinLnBrk="0" hangingPunct="1">
        <a:defRPr sz="2397" kern="1200">
          <a:solidFill>
            <a:schemeClr val="tx1"/>
          </a:solidFill>
          <a:latin typeface="+mn-lt"/>
          <a:ea typeface="+mn-ea"/>
          <a:cs typeface="+mn-cs"/>
        </a:defRPr>
      </a:lvl1pPr>
      <a:lvl2pPr marL="608945" algn="l" defTabSz="1217889" rtl="0" eaLnBrk="1" latinLnBrk="0" hangingPunct="1">
        <a:defRPr sz="2397" kern="1200">
          <a:solidFill>
            <a:schemeClr val="tx1"/>
          </a:solidFill>
          <a:latin typeface="+mn-lt"/>
          <a:ea typeface="+mn-ea"/>
          <a:cs typeface="+mn-cs"/>
        </a:defRPr>
      </a:lvl2pPr>
      <a:lvl3pPr marL="1217889" algn="l" defTabSz="1217889" rtl="0" eaLnBrk="1" latinLnBrk="0" hangingPunct="1">
        <a:defRPr sz="2397" kern="1200">
          <a:solidFill>
            <a:schemeClr val="tx1"/>
          </a:solidFill>
          <a:latin typeface="+mn-lt"/>
          <a:ea typeface="+mn-ea"/>
          <a:cs typeface="+mn-cs"/>
        </a:defRPr>
      </a:lvl3pPr>
      <a:lvl4pPr marL="1826834" algn="l" defTabSz="1217889" rtl="0" eaLnBrk="1" latinLnBrk="0" hangingPunct="1">
        <a:defRPr sz="2397" kern="1200">
          <a:solidFill>
            <a:schemeClr val="tx1"/>
          </a:solidFill>
          <a:latin typeface="+mn-lt"/>
          <a:ea typeface="+mn-ea"/>
          <a:cs typeface="+mn-cs"/>
        </a:defRPr>
      </a:lvl4pPr>
      <a:lvl5pPr marL="2435779" algn="l" defTabSz="1217889" rtl="0" eaLnBrk="1" latinLnBrk="0" hangingPunct="1">
        <a:defRPr sz="2397" kern="1200">
          <a:solidFill>
            <a:schemeClr val="tx1"/>
          </a:solidFill>
          <a:latin typeface="+mn-lt"/>
          <a:ea typeface="+mn-ea"/>
          <a:cs typeface="+mn-cs"/>
        </a:defRPr>
      </a:lvl5pPr>
      <a:lvl6pPr marL="3044723" algn="l" defTabSz="1217889" rtl="0" eaLnBrk="1" latinLnBrk="0" hangingPunct="1">
        <a:defRPr sz="2397" kern="1200">
          <a:solidFill>
            <a:schemeClr val="tx1"/>
          </a:solidFill>
          <a:latin typeface="+mn-lt"/>
          <a:ea typeface="+mn-ea"/>
          <a:cs typeface="+mn-cs"/>
        </a:defRPr>
      </a:lvl6pPr>
      <a:lvl7pPr marL="3653668" algn="l" defTabSz="1217889" rtl="0" eaLnBrk="1" latinLnBrk="0" hangingPunct="1">
        <a:defRPr sz="2397" kern="1200">
          <a:solidFill>
            <a:schemeClr val="tx1"/>
          </a:solidFill>
          <a:latin typeface="+mn-lt"/>
          <a:ea typeface="+mn-ea"/>
          <a:cs typeface="+mn-cs"/>
        </a:defRPr>
      </a:lvl7pPr>
      <a:lvl8pPr marL="4262613" algn="l" defTabSz="1217889" rtl="0" eaLnBrk="1" latinLnBrk="0" hangingPunct="1">
        <a:defRPr sz="2397" kern="1200">
          <a:solidFill>
            <a:schemeClr val="tx1"/>
          </a:solidFill>
          <a:latin typeface="+mn-lt"/>
          <a:ea typeface="+mn-ea"/>
          <a:cs typeface="+mn-cs"/>
        </a:defRPr>
      </a:lvl8pPr>
      <a:lvl9pPr marL="4871557" algn="l" defTabSz="1217889" rtl="0" eaLnBrk="1" latinLnBrk="0" hangingPunct="1">
        <a:defRPr sz="239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emf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emf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9223A-6E15-1D5C-B405-901AE56A9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3EC6067-3EF0-103B-3E6E-51C00AC6C6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53736" y="7801578"/>
            <a:ext cx="6383069" cy="45719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A2C8BF-2437-9E6B-AB29-BA9AD744DB6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766401" y="3735825"/>
            <a:ext cx="6357739" cy="45412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7D48760-38E4-989E-5740-28D8C2677283}"/>
              </a:ext>
            </a:extLst>
          </p:cNvPr>
          <p:cNvSpPr txBox="1"/>
          <p:nvPr/>
        </p:nvSpPr>
        <p:spPr>
          <a:xfrm>
            <a:off x="2523718" y="3535940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B.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72EA1F-F46D-9175-56F9-36C10493AF5B}"/>
              </a:ext>
            </a:extLst>
          </p:cNvPr>
          <p:cNvSpPr txBox="1"/>
          <p:nvPr/>
        </p:nvSpPr>
        <p:spPr>
          <a:xfrm>
            <a:off x="4144919" y="1790652"/>
            <a:ext cx="9512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Baseline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18098C-E82E-1B74-1270-464273148D04}"/>
              </a:ext>
            </a:extLst>
          </p:cNvPr>
          <p:cNvSpPr txBox="1"/>
          <p:nvPr/>
        </p:nvSpPr>
        <p:spPr>
          <a:xfrm>
            <a:off x="7635123" y="1797474"/>
            <a:ext cx="10715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Post-HFS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0887E6-F8AC-2144-9C13-0C0CBA0C84BE}"/>
              </a:ext>
            </a:extLst>
          </p:cNvPr>
          <p:cNvSpPr txBox="1"/>
          <p:nvPr/>
        </p:nvSpPr>
        <p:spPr>
          <a:xfrm>
            <a:off x="2523718" y="7524478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C.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775C89-423B-9ADF-8B86-3B616C507EE4}"/>
              </a:ext>
            </a:extLst>
          </p:cNvPr>
          <p:cNvSpPr txBox="1"/>
          <p:nvPr/>
        </p:nvSpPr>
        <p:spPr>
          <a:xfrm>
            <a:off x="2523718" y="1875726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A.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EA766D-5F9E-EB96-8645-570283D7821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5470" r="57702" b="47529"/>
          <a:stretch>
            <a:fillRect/>
          </a:stretch>
        </p:blipFill>
        <p:spPr>
          <a:xfrm>
            <a:off x="4058244" y="2057800"/>
            <a:ext cx="1353001" cy="201634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2DF777-3285-D0B4-AB05-B3EBECB8B74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8592" t="25470" r="32863" b="47529"/>
          <a:stretch>
            <a:fillRect/>
          </a:stretch>
        </p:blipFill>
        <p:spPr>
          <a:xfrm>
            <a:off x="7622458" y="2057800"/>
            <a:ext cx="913036" cy="20163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94288F9-4061-5B12-E793-2D948878446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6499" t="25470" b="47529"/>
          <a:stretch>
            <a:fillRect/>
          </a:stretch>
        </p:blipFill>
        <p:spPr>
          <a:xfrm>
            <a:off x="9210815" y="2057800"/>
            <a:ext cx="1071589" cy="2016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851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9C43C-5C65-95C5-969B-86DE3E4F0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9D94E3-6C86-5283-7242-23AA3F0795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53736" y="7801578"/>
            <a:ext cx="6383069" cy="4572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157340-872C-95D4-9740-2DB9842B910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766401" y="3720446"/>
            <a:ext cx="6357739" cy="4572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DE81064-FA12-95B5-59C8-C164AB4CA9E2}"/>
              </a:ext>
            </a:extLst>
          </p:cNvPr>
          <p:cNvSpPr txBox="1"/>
          <p:nvPr/>
        </p:nvSpPr>
        <p:spPr>
          <a:xfrm>
            <a:off x="2523718" y="3535940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B.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F09E54D-5719-3DD7-015D-F830CF43F403}"/>
              </a:ext>
            </a:extLst>
          </p:cNvPr>
          <p:cNvSpPr txBox="1"/>
          <p:nvPr/>
        </p:nvSpPr>
        <p:spPr>
          <a:xfrm>
            <a:off x="4144919" y="2540155"/>
            <a:ext cx="9512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Baseline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EB1089-87E0-A4AA-B132-A353B751218D}"/>
              </a:ext>
            </a:extLst>
          </p:cNvPr>
          <p:cNvSpPr txBox="1"/>
          <p:nvPr/>
        </p:nvSpPr>
        <p:spPr>
          <a:xfrm>
            <a:off x="7099350" y="2540155"/>
            <a:ext cx="10715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Post-HFS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0CA5F31-034D-2765-27E9-BF96D4DF2763}"/>
              </a:ext>
            </a:extLst>
          </p:cNvPr>
          <p:cNvSpPr txBox="1"/>
          <p:nvPr/>
        </p:nvSpPr>
        <p:spPr>
          <a:xfrm>
            <a:off x="2523718" y="7524478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C.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62B134-7FCF-1DCD-C733-983E3795352C}"/>
              </a:ext>
            </a:extLst>
          </p:cNvPr>
          <p:cNvSpPr txBox="1"/>
          <p:nvPr/>
        </p:nvSpPr>
        <p:spPr>
          <a:xfrm>
            <a:off x="2523718" y="2340419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A.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05573B-F6E7-A3DE-3862-875505E022D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293" t="31070" r="28617" b="48767"/>
          <a:stretch>
            <a:fillRect/>
          </a:stretch>
        </p:blipFill>
        <p:spPr>
          <a:xfrm>
            <a:off x="4144919" y="2847982"/>
            <a:ext cx="1441998" cy="10044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64CC24C-65E8-8746-F967-B5D3588C9DF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424" t="58357" r="21932" b="21481"/>
          <a:stretch>
            <a:fillRect/>
          </a:stretch>
        </p:blipFill>
        <p:spPr>
          <a:xfrm>
            <a:off x="7099350" y="2847982"/>
            <a:ext cx="1643970" cy="10044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BDFD579-4E26-3D76-7597-E6F245B9DEC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5712" t="58357" r="7340" b="21481"/>
          <a:stretch>
            <a:fillRect/>
          </a:stretch>
        </p:blipFill>
        <p:spPr>
          <a:xfrm>
            <a:off x="9366823" y="2847982"/>
            <a:ext cx="400049" cy="1004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692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ED864-F9B9-8CFE-8647-548676BA1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A8ECAD-A795-A6E4-A897-6E187209B6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66401" y="7801578"/>
            <a:ext cx="6357739" cy="4572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F676DC-CDFF-E5E2-EBE9-1C19CE1B14F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770270" y="3720446"/>
            <a:ext cx="6350000" cy="4572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C7E5796-D0E3-E469-FE2C-A24EF8330A26}"/>
              </a:ext>
            </a:extLst>
          </p:cNvPr>
          <p:cNvSpPr txBox="1"/>
          <p:nvPr/>
        </p:nvSpPr>
        <p:spPr>
          <a:xfrm>
            <a:off x="2523718" y="3535940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B.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BC55F7-CFE5-FB85-5135-CDA3030DABDF}"/>
              </a:ext>
            </a:extLst>
          </p:cNvPr>
          <p:cNvSpPr txBox="1"/>
          <p:nvPr/>
        </p:nvSpPr>
        <p:spPr>
          <a:xfrm>
            <a:off x="3920069" y="2195384"/>
            <a:ext cx="9512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Baseline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88693F-5748-946D-9D12-F70191E83A5D}"/>
              </a:ext>
            </a:extLst>
          </p:cNvPr>
          <p:cNvSpPr txBox="1"/>
          <p:nvPr/>
        </p:nvSpPr>
        <p:spPr>
          <a:xfrm>
            <a:off x="7099350" y="2195384"/>
            <a:ext cx="10715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Post-HFS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885C22-402E-2BEA-C6F7-68E262B64A6F}"/>
              </a:ext>
            </a:extLst>
          </p:cNvPr>
          <p:cNvSpPr txBox="1"/>
          <p:nvPr/>
        </p:nvSpPr>
        <p:spPr>
          <a:xfrm>
            <a:off x="2523718" y="7524478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C.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1B6520-831E-6F7F-C175-B488C2A2B043}"/>
              </a:ext>
            </a:extLst>
          </p:cNvPr>
          <p:cNvSpPr txBox="1"/>
          <p:nvPr/>
        </p:nvSpPr>
        <p:spPr>
          <a:xfrm>
            <a:off x="2523718" y="2145549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A.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BE24659-B423-622B-264A-8090E48CC80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4630" r="14630"/>
          <a:stretch/>
        </p:blipFill>
        <p:spPr>
          <a:xfrm>
            <a:off x="3920069" y="2533938"/>
            <a:ext cx="1083902" cy="114669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A50E931-DD4C-4E70-46FE-7338F780025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386" r="43965"/>
          <a:stretch>
            <a:fillRect/>
          </a:stretch>
        </p:blipFill>
        <p:spPr>
          <a:xfrm>
            <a:off x="7142278" y="2528536"/>
            <a:ext cx="1360721" cy="114669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F753F04-A602-A00C-4FF7-53DAA273E02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0805" r="15044"/>
          <a:stretch>
            <a:fillRect/>
          </a:stretch>
        </p:blipFill>
        <p:spPr>
          <a:xfrm>
            <a:off x="9120270" y="2791484"/>
            <a:ext cx="882650" cy="1146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56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09D35-60BA-45B9-71BE-22F43D55C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98E7C33-6420-0704-6F85-2EF92EF280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167" r="13167"/>
          <a:stretch/>
        </p:blipFill>
        <p:spPr>
          <a:xfrm>
            <a:off x="3878365" y="2008531"/>
            <a:ext cx="1016570" cy="176898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3F349DA-EA52-D881-F09E-6F349A50DB3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15" r="48586" b="915"/>
          <a:stretch>
            <a:fillRect/>
          </a:stretch>
        </p:blipFill>
        <p:spPr>
          <a:xfrm>
            <a:off x="7135321" y="2008531"/>
            <a:ext cx="1016570" cy="17689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DE1026-5CD6-E04D-648A-B6A6F27397E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8586" t="915" b="915"/>
          <a:stretch>
            <a:fillRect/>
          </a:stretch>
        </p:blipFill>
        <p:spPr>
          <a:xfrm>
            <a:off x="8672017" y="2015504"/>
            <a:ext cx="1016571" cy="176898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65DC753-EC24-19B5-A862-B3D0E669DFF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766401" y="7801578"/>
            <a:ext cx="6357739" cy="45719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B998DCE-57C0-63CD-4921-E820BB468C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770270" y="3720446"/>
            <a:ext cx="6350000" cy="4572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761FF33-AD5D-8C57-E767-EF832C2B9E1B}"/>
              </a:ext>
            </a:extLst>
          </p:cNvPr>
          <p:cNvSpPr txBox="1"/>
          <p:nvPr/>
        </p:nvSpPr>
        <p:spPr>
          <a:xfrm>
            <a:off x="2523718" y="3535940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B.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1F7B0C-20B5-C2C2-151E-2601A4B1BB63}"/>
              </a:ext>
            </a:extLst>
          </p:cNvPr>
          <p:cNvSpPr txBox="1"/>
          <p:nvPr/>
        </p:nvSpPr>
        <p:spPr>
          <a:xfrm>
            <a:off x="3920069" y="2015504"/>
            <a:ext cx="9512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Baseline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1D256BE-03EA-39EA-BA8B-2350AD9E613B}"/>
              </a:ext>
            </a:extLst>
          </p:cNvPr>
          <p:cNvSpPr txBox="1"/>
          <p:nvPr/>
        </p:nvSpPr>
        <p:spPr>
          <a:xfrm>
            <a:off x="7099350" y="2015504"/>
            <a:ext cx="10715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Post-HFS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700A32-97C8-DA99-BA3A-3F11695D35BE}"/>
              </a:ext>
            </a:extLst>
          </p:cNvPr>
          <p:cNvSpPr txBox="1"/>
          <p:nvPr/>
        </p:nvSpPr>
        <p:spPr>
          <a:xfrm>
            <a:off x="2523718" y="7524478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C.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B54FA6-337A-1C7E-0CC8-3028AA7FC15B}"/>
              </a:ext>
            </a:extLst>
          </p:cNvPr>
          <p:cNvSpPr txBox="1"/>
          <p:nvPr/>
        </p:nvSpPr>
        <p:spPr>
          <a:xfrm>
            <a:off x="2523718" y="1995649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A.</a:t>
            </a:r>
          </a:p>
        </p:txBody>
      </p:sp>
    </p:spTree>
    <p:extLst>
      <p:ext uri="{BB962C8B-B14F-4D97-AF65-F5344CB8AC3E}">
        <p14:creationId xmlns:p14="http://schemas.microsoft.com/office/powerpoint/2010/main" val="1186625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B3326-0A0B-D82A-C061-64DC8FEFF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5B0C7C-CA46-F9AC-09CD-3BFC7832DE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66372" y="4807131"/>
            <a:ext cx="5379492" cy="384553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75C98CB-A033-2A0D-BA91-0B6764FC163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83193" y="4799894"/>
            <a:ext cx="5368839" cy="38455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BE50ED-ADCF-80A3-9626-11BE9628F85D}"/>
              </a:ext>
            </a:extLst>
          </p:cNvPr>
          <p:cNvSpPr txBox="1"/>
          <p:nvPr/>
        </p:nvSpPr>
        <p:spPr>
          <a:xfrm>
            <a:off x="843091" y="4807131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A.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E7A53E-D3E7-6AFB-3983-40A38277B4AB}"/>
              </a:ext>
            </a:extLst>
          </p:cNvPr>
          <p:cNvSpPr txBox="1"/>
          <p:nvPr/>
        </p:nvSpPr>
        <p:spPr>
          <a:xfrm>
            <a:off x="6089650" y="4807131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765984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B791B-B2A0-4985-CD6C-78FAFD3FB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94F8AE-98D0-737B-1F8D-F2EF165215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66372" y="4812457"/>
            <a:ext cx="5379492" cy="38348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2A0DDA8-2753-77BC-4FA8-723D7CDBA1E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75736" y="4812457"/>
            <a:ext cx="5379492" cy="38348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92DA5D3-2CDB-B806-FE55-33836CE5612A}"/>
              </a:ext>
            </a:extLst>
          </p:cNvPr>
          <p:cNvSpPr txBox="1"/>
          <p:nvPr/>
        </p:nvSpPr>
        <p:spPr>
          <a:xfrm>
            <a:off x="843091" y="4807131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A.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5FAAA3-E9CC-B12C-8B09-967CD7CEA220}"/>
              </a:ext>
            </a:extLst>
          </p:cNvPr>
          <p:cNvSpPr txBox="1"/>
          <p:nvPr/>
        </p:nvSpPr>
        <p:spPr>
          <a:xfrm>
            <a:off x="6089650" y="4807131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1041711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E55FFC-492F-A410-3A60-CEC7F1B662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42" y="4807131"/>
            <a:ext cx="5383753" cy="384553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5EF4CA-D5E2-63A8-DEF8-7F7B9F7619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3606" y="4807131"/>
            <a:ext cx="5383753" cy="38455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E530E5F-A9F9-0E0B-BF02-0AE993CF8549}"/>
              </a:ext>
            </a:extLst>
          </p:cNvPr>
          <p:cNvSpPr txBox="1"/>
          <p:nvPr/>
        </p:nvSpPr>
        <p:spPr>
          <a:xfrm>
            <a:off x="843091" y="4807131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A.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04ED4C-3252-AB01-6529-035B248A68DF}"/>
              </a:ext>
            </a:extLst>
          </p:cNvPr>
          <p:cNvSpPr txBox="1"/>
          <p:nvPr/>
        </p:nvSpPr>
        <p:spPr>
          <a:xfrm>
            <a:off x="6089650" y="4807131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2041815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923B5-F785-A725-4AD2-E7394016C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D0B75F9-6335-0CF1-7517-A754C951F06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66372" y="4807131"/>
            <a:ext cx="5379492" cy="384553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676F402-DE50-3A8E-4D36-E3CDA2A13EA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75736" y="4807131"/>
            <a:ext cx="5379492" cy="38455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2C69004-D231-8902-700A-8C42A84D1F8D}"/>
              </a:ext>
            </a:extLst>
          </p:cNvPr>
          <p:cNvSpPr txBox="1"/>
          <p:nvPr/>
        </p:nvSpPr>
        <p:spPr>
          <a:xfrm>
            <a:off x="843091" y="4807131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A.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637BDC-C513-EB64-4607-61981FB2ED65}"/>
              </a:ext>
            </a:extLst>
          </p:cNvPr>
          <p:cNvSpPr txBox="1"/>
          <p:nvPr/>
        </p:nvSpPr>
        <p:spPr>
          <a:xfrm>
            <a:off x="6089650" y="4807131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26567203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9A5B9-AB47-E0B0-AE73-A0E9A8FCC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57237E-BCCC-9064-1B93-795CC941C0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66372" y="4812457"/>
            <a:ext cx="5379492" cy="38348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BD159E1-0457-EFE1-81D7-9675B91F926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75736" y="4812457"/>
            <a:ext cx="5379492" cy="38348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080979-31D0-650E-2832-A68EEAA21C48}"/>
              </a:ext>
            </a:extLst>
          </p:cNvPr>
          <p:cNvSpPr txBox="1"/>
          <p:nvPr/>
        </p:nvSpPr>
        <p:spPr>
          <a:xfrm>
            <a:off x="843091" y="4807131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A.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6CC036-8670-95BF-5D2D-DD0ECAE07C2F}"/>
              </a:ext>
            </a:extLst>
          </p:cNvPr>
          <p:cNvSpPr txBox="1"/>
          <p:nvPr/>
        </p:nvSpPr>
        <p:spPr>
          <a:xfrm>
            <a:off x="6089650" y="4807131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32815490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35F97-E4C9-A963-DA6F-E5D39B1D8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C5D35B4-23E7-4E86-A075-0944B8A75F1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3823" y="4812457"/>
            <a:ext cx="5364589" cy="38348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A307697-575F-D7B2-B4BA-B943A5745B5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81062" y="4812457"/>
            <a:ext cx="5368839" cy="38348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C814B5-8289-E7B3-3879-0E2BF57FA4BD}"/>
              </a:ext>
            </a:extLst>
          </p:cNvPr>
          <p:cNvSpPr txBox="1"/>
          <p:nvPr/>
        </p:nvSpPr>
        <p:spPr>
          <a:xfrm>
            <a:off x="843091" y="4807131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A.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C6C4C5-5AA8-9909-4906-780DF1588E54}"/>
              </a:ext>
            </a:extLst>
          </p:cNvPr>
          <p:cNvSpPr txBox="1"/>
          <p:nvPr/>
        </p:nvSpPr>
        <p:spPr>
          <a:xfrm>
            <a:off x="6089650" y="4807131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1159563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3E88E-F860-3317-AC79-849F00469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934409-B91A-2278-477C-692CF5B50C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3823" y="4817769"/>
            <a:ext cx="5364589" cy="38242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0F24959-E97A-31AB-3D7B-05C492C22C1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34503" y="8205362"/>
            <a:ext cx="5368839" cy="38348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ADAC44-9D4A-8848-4874-776B7F6CD3DD}"/>
              </a:ext>
            </a:extLst>
          </p:cNvPr>
          <p:cNvSpPr txBox="1"/>
          <p:nvPr/>
        </p:nvSpPr>
        <p:spPr>
          <a:xfrm>
            <a:off x="843091" y="4807131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A.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4CF528-33AA-162F-5C24-44F624DEF18A}"/>
              </a:ext>
            </a:extLst>
          </p:cNvPr>
          <p:cNvSpPr txBox="1"/>
          <p:nvPr/>
        </p:nvSpPr>
        <p:spPr>
          <a:xfrm>
            <a:off x="843091" y="8200036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B.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4E4D66-D3A3-0646-1768-50DD81C51883}"/>
              </a:ext>
            </a:extLst>
          </p:cNvPr>
          <p:cNvSpPr txBox="1"/>
          <p:nvPr/>
        </p:nvSpPr>
        <p:spPr>
          <a:xfrm>
            <a:off x="1994228" y="4945297"/>
            <a:ext cx="27432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+mj-lt"/>
              </a:rPr>
              <a:t>Effect of state on AP frequency : p = 0.1553 </a:t>
            </a:r>
          </a:p>
        </p:txBody>
      </p:sp>
    </p:spTree>
    <p:extLst>
      <p:ext uri="{BB962C8B-B14F-4D97-AF65-F5344CB8AC3E}">
        <p14:creationId xmlns:p14="http://schemas.microsoft.com/office/powerpoint/2010/main" val="2807506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11EF0-7D9F-25AF-D16A-98F1CC435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1FF5DEC-148D-7A58-29A5-FA6EE698E3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8260" y="4817769"/>
            <a:ext cx="5355715" cy="38242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A81AE17-58B1-C29F-1E1A-DA85B686E82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41939" y="8205362"/>
            <a:ext cx="5353966" cy="38348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31D4A4F-D119-D588-7327-717981C4B37B}"/>
              </a:ext>
            </a:extLst>
          </p:cNvPr>
          <p:cNvSpPr txBox="1"/>
          <p:nvPr/>
        </p:nvSpPr>
        <p:spPr>
          <a:xfrm>
            <a:off x="843091" y="4807131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A.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595082-2236-5A5E-687B-D1423D28059D}"/>
              </a:ext>
            </a:extLst>
          </p:cNvPr>
          <p:cNvSpPr txBox="1"/>
          <p:nvPr/>
        </p:nvSpPr>
        <p:spPr>
          <a:xfrm>
            <a:off x="843091" y="8200036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B.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8AD1C2-A4F5-320A-65EA-E7DC77511F80}"/>
              </a:ext>
            </a:extLst>
          </p:cNvPr>
          <p:cNvSpPr/>
          <p:nvPr/>
        </p:nvSpPr>
        <p:spPr>
          <a:xfrm>
            <a:off x="3777521" y="6738079"/>
            <a:ext cx="142407" cy="1311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1A51BD-9255-59E7-BA5B-D2875CFEFDD5}"/>
              </a:ext>
            </a:extLst>
          </p:cNvPr>
          <p:cNvSpPr/>
          <p:nvPr/>
        </p:nvSpPr>
        <p:spPr>
          <a:xfrm>
            <a:off x="4214734" y="6445984"/>
            <a:ext cx="142407" cy="1311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0FDFABE-9947-5FA5-1DF7-55153609C029}"/>
              </a:ext>
            </a:extLst>
          </p:cNvPr>
          <p:cNvSpPr/>
          <p:nvPr/>
        </p:nvSpPr>
        <p:spPr>
          <a:xfrm>
            <a:off x="4641954" y="6099748"/>
            <a:ext cx="142407" cy="1311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5E7665-3B2B-15B6-4D90-6BBDFBD94402}"/>
              </a:ext>
            </a:extLst>
          </p:cNvPr>
          <p:cNvSpPr/>
          <p:nvPr/>
        </p:nvSpPr>
        <p:spPr>
          <a:xfrm>
            <a:off x="5031699" y="5732489"/>
            <a:ext cx="142407" cy="1311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641CE3-EEC5-86B7-15D2-302A5D3BE15D}"/>
              </a:ext>
            </a:extLst>
          </p:cNvPr>
          <p:cNvSpPr/>
          <p:nvPr/>
        </p:nvSpPr>
        <p:spPr>
          <a:xfrm>
            <a:off x="5473908" y="5500141"/>
            <a:ext cx="142407" cy="1311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0818ED-BE69-4EBE-8BC4-695E3E8CE8B5}"/>
              </a:ext>
            </a:extLst>
          </p:cNvPr>
          <p:cNvSpPr/>
          <p:nvPr/>
        </p:nvSpPr>
        <p:spPr>
          <a:xfrm>
            <a:off x="5897380" y="5176143"/>
            <a:ext cx="142407" cy="1311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327EE0-228E-63F8-7D86-EFED911973CB}"/>
              </a:ext>
            </a:extLst>
          </p:cNvPr>
          <p:cNvSpPr txBox="1"/>
          <p:nvPr/>
        </p:nvSpPr>
        <p:spPr>
          <a:xfrm>
            <a:off x="1994228" y="4945297"/>
            <a:ext cx="27432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+mj-lt"/>
              </a:rPr>
              <a:t>Effect of state on AP frequency : p &lt; 0.0001 </a:t>
            </a:r>
          </a:p>
        </p:txBody>
      </p:sp>
    </p:spTree>
    <p:extLst>
      <p:ext uri="{BB962C8B-B14F-4D97-AF65-F5344CB8AC3E}">
        <p14:creationId xmlns:p14="http://schemas.microsoft.com/office/powerpoint/2010/main" val="42538359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E99D2-8527-8687-7260-D2B890AB3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C2EC5CA-E785-856D-FF1A-F418A1107F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80008" y="4817769"/>
            <a:ext cx="5352219" cy="38242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CF0EA66-C517-F80F-19C5-586A73D907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41939" y="8214460"/>
            <a:ext cx="5353966" cy="381668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5727B53-BE50-DED8-6407-37AC5897A12C}"/>
              </a:ext>
            </a:extLst>
          </p:cNvPr>
          <p:cNvSpPr txBox="1"/>
          <p:nvPr/>
        </p:nvSpPr>
        <p:spPr>
          <a:xfrm>
            <a:off x="843091" y="4807131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A.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FBE90A-BF18-1AD4-0839-7E628EA454F2}"/>
              </a:ext>
            </a:extLst>
          </p:cNvPr>
          <p:cNvSpPr txBox="1"/>
          <p:nvPr/>
        </p:nvSpPr>
        <p:spPr>
          <a:xfrm>
            <a:off x="843091" y="8200036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B.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D77E8E-92A3-EF7B-A85B-214A19008549}"/>
              </a:ext>
            </a:extLst>
          </p:cNvPr>
          <p:cNvSpPr txBox="1"/>
          <p:nvPr/>
        </p:nvSpPr>
        <p:spPr>
          <a:xfrm>
            <a:off x="1994228" y="4945297"/>
            <a:ext cx="27432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+mj-lt"/>
              </a:rPr>
              <a:t>Effect of state on AP frequency : p = 0.2245 </a:t>
            </a:r>
          </a:p>
        </p:txBody>
      </p:sp>
    </p:spTree>
    <p:extLst>
      <p:ext uri="{BB962C8B-B14F-4D97-AF65-F5344CB8AC3E}">
        <p14:creationId xmlns:p14="http://schemas.microsoft.com/office/powerpoint/2010/main" val="3654923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55E25-9780-FED9-E3AD-0646A12F7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C997DF7-AF3A-486C-22EE-F8B93AD19A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80008" y="4819017"/>
            <a:ext cx="5352219" cy="382176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4E0C5A-6951-2127-EBFB-51150377763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47240" y="8214460"/>
            <a:ext cx="5343363" cy="381668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B6B9B7-78DD-614C-5F4A-5CEF07D7CE3B}"/>
              </a:ext>
            </a:extLst>
          </p:cNvPr>
          <p:cNvSpPr txBox="1"/>
          <p:nvPr/>
        </p:nvSpPr>
        <p:spPr>
          <a:xfrm>
            <a:off x="843091" y="4807131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A.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A02CF8-4B13-B38F-C081-1F73DA023BD4}"/>
              </a:ext>
            </a:extLst>
          </p:cNvPr>
          <p:cNvSpPr txBox="1"/>
          <p:nvPr/>
        </p:nvSpPr>
        <p:spPr>
          <a:xfrm>
            <a:off x="843091" y="8200036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B.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B4A8F7-330C-B435-AB37-227B4A251541}"/>
              </a:ext>
            </a:extLst>
          </p:cNvPr>
          <p:cNvSpPr txBox="1"/>
          <p:nvPr/>
        </p:nvSpPr>
        <p:spPr>
          <a:xfrm>
            <a:off x="1994228" y="4945297"/>
            <a:ext cx="27432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+mj-lt"/>
              </a:rPr>
              <a:t>Effect of state on AP frequency : p = 0.1197 </a:t>
            </a:r>
          </a:p>
        </p:txBody>
      </p:sp>
    </p:spTree>
    <p:extLst>
      <p:ext uri="{BB962C8B-B14F-4D97-AF65-F5344CB8AC3E}">
        <p14:creationId xmlns:p14="http://schemas.microsoft.com/office/powerpoint/2010/main" val="2525639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1280</TotalTime>
  <Words>362</Words>
  <Application>Microsoft Macintosh PowerPoint</Application>
  <PresentationFormat>Custom</PresentationFormat>
  <Paragraphs>93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Ruby Muzzatti</dc:creator>
  <cp:lastModifiedBy>Ruby Muzzatti</cp:lastModifiedBy>
  <cp:revision>79</cp:revision>
  <dcterms:created xsi:type="dcterms:W3CDTF">2026-03-03T11:59:25Z</dcterms:created>
  <dcterms:modified xsi:type="dcterms:W3CDTF">2026-04-22T20:18:44Z</dcterms:modified>
</cp:coreProperties>
</file>