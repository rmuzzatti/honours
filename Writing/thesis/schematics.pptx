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94"/>
  </p:normalViewPr>
  <p:slideViewPr>
    <p:cSldViewPr snapToGrid="0">
      <p:cViewPr>
        <p:scale>
          <a:sx n="96" d="100"/>
          <a:sy n="96" d="100"/>
        </p:scale>
        <p:origin x="1608" y="6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849394-DEC3-9448-BB9C-504DDE178331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2350A3-CE70-2040-9916-5FB729799C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50829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2350A3-CE70-2040-9916-5FB729799CD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07627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1F04C3-1F4E-472D-1ECB-662C74B0A9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4E04E2-AE37-4D27-20F2-95D8CD8A0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26C5D0-791B-FDE4-E4BE-DE06442E1E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5A7DA-9F43-5B46-81ED-F4D45E6DB0AD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B5FA1F-76A7-4CED-2E29-765FAA6C59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A6E68A-838A-CDA0-1536-C4FADCAE4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FC7BD-9425-0A4D-B598-68D3CADD52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13899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C1BA5D-BCBC-6A1B-D09B-B2A453FB4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18E90B-8A00-23B9-0E04-CA6DF20711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BBC0F2-A104-22DA-92EC-04B864B47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5A7DA-9F43-5B46-81ED-F4D45E6DB0AD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D747F1-8548-EFB5-89A3-EF04A80E44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9FFEFF-03F6-B74A-05E6-B3FBA60FF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FC7BD-9425-0A4D-B598-68D3CADD52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98601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BB0D9-1628-E81D-A373-B9B27264D6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942785-77A5-4F83-4869-9435BA4D2F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94DC9E-4F20-29F1-38DE-CFC44AA616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5A7DA-9F43-5B46-81ED-F4D45E6DB0AD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B6F028-FA23-397C-7E14-F44889E59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79AA2C-EABE-EEDE-4D6A-9DCE959416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FC7BD-9425-0A4D-B598-68D3CADD52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73534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6F0F4-87F4-3029-13AD-1B2DDE5124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B061AE-F7F5-69F8-2CCF-96705920E90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959C45-3EC2-618F-9D7B-EC025471A3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EBE477-599F-F657-C9D7-F20712E306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5A7DA-9F43-5B46-81ED-F4D45E6DB0AD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3A328F-5F5E-1FCB-70F9-E5D99E35B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809827-B9DA-4AA3-5E8C-7B8E47C2B1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FC7BD-9425-0A4D-B598-68D3CADD52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36747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A4C719-5639-B825-00A1-AC90CB9D47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309E52-D66B-8660-E8FE-E241AD7591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AB7AE4-17F6-84A1-2ACC-19B8490E29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E4621FC-CDD3-F1BC-79EF-F54FC7A95D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41EF405-C1B9-D6B5-52DB-6D1705632B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2B4D774-850B-9717-9263-54F12A960A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5A7DA-9F43-5B46-81ED-F4D45E6DB0AD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C16797-76BF-3B49-15C1-86CD32140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7B12CF4-F418-AB6D-1A33-8A7DDB79F1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FC7BD-9425-0A4D-B598-68D3CADD52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61057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F91B3E-7BCF-CCE7-0261-8C842F6BC7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BA0C9D-7690-BBF1-0CB9-4D43D30E86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5A7DA-9F43-5B46-81ED-F4D45E6DB0AD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E9872B-B250-EE4A-27FB-ED78A5401F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CAD2AE-AE3E-BCF9-3FA7-4B0595F64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FC7BD-9425-0A4D-B598-68D3CADD52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72047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06DBCF3-F60F-43D4-7196-E4D35971AB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5A7DA-9F43-5B46-81ED-F4D45E6DB0AD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2FB4A77-D46C-B6F5-6298-6ACD544535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5CCD07-3051-6F83-42BC-06CC76634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FC7BD-9425-0A4D-B598-68D3CADD52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9444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02E486-83AA-6AAB-69D4-3053CBB55B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59E350-060B-9269-8756-DC6CD38C52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42349D-B9AA-CE33-CC52-9043D4DC88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75E17D-77BB-E687-11E9-B80EEF5E44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5A7DA-9F43-5B46-81ED-F4D45E6DB0AD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D39278-EA6F-8057-4968-99D980C042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397C7F-DD77-DFD1-CB56-B28BE43AB1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FC7BD-9425-0A4D-B598-68D3CADD52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9982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25A2FC-6565-D726-5665-6A5C70735D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B1A3E5B-1EFF-54E8-445E-6C20022ECA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7B24733-638A-E849-593C-9184BAF6B8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7F7B54-5EE3-0BF8-DECE-A00A15A21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5A7DA-9F43-5B46-81ED-F4D45E6DB0AD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44021B-031F-042C-3B3E-5A642F3563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AE0079-9937-A2D3-CA4E-CA373FE09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FC7BD-9425-0A4D-B598-68D3CADD52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83703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D28BD2-C8DC-3D6C-0AA7-A86F2793D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55511E7-43CB-D826-108C-4A1D455E4B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25545D-6480-32CB-3B80-04C4D48D71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5A7DA-9F43-5B46-81ED-F4D45E6DB0AD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9BD1E3-D04F-2671-7F1A-063F94F9B9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328F4D-1AFC-DE40-168E-5D0EAA239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FC7BD-9425-0A4D-B598-68D3CADD52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73815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48616B4-0730-64CC-9836-9890DBEB01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33E9DA-5482-8E98-1100-0C19CE7F18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A57D01-47C1-CF96-0805-A2B824CD57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5A7DA-9F43-5B46-81ED-F4D45E6DB0AD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C4E1ED-9300-D81E-3E45-DF0BBEAA3C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795C4E-EBE8-EABC-7465-FE0C407048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FC7BD-9425-0A4D-B598-68D3CADD52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05257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AF70010-2838-67AC-603F-E5AF2C0B50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CCB2-2107-989A-58E0-C700B874C1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D12357-8B9C-91C0-56BF-791BF92DA6A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05A7DA-9F43-5B46-81ED-F4D45E6DB0AD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9294F3-0E3B-CAF5-E5F7-3B0FADF190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47C7B6-7F4B-19FA-7173-1ED4F2FEF4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EFC7BD-9425-0A4D-B598-68D3CADD52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91189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DD4B331-FDD8-2B84-1293-E9CA846F6C8B}"/>
              </a:ext>
            </a:extLst>
          </p:cNvPr>
          <p:cNvSpPr/>
          <p:nvPr/>
        </p:nvSpPr>
        <p:spPr>
          <a:xfrm>
            <a:off x="4348852" y="380999"/>
            <a:ext cx="2623458" cy="69668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Random assignment</a:t>
            </a:r>
          </a:p>
          <a:p>
            <a:pPr algn="ctr"/>
            <a:r>
              <a:rPr lang="en-US" sz="1600" dirty="0">
                <a:solidFill>
                  <a:schemeClr val="tx1"/>
                </a:solidFill>
              </a:rPr>
              <a:t>n = #</a:t>
            </a:r>
          </a:p>
        </p:txBody>
      </p:sp>
      <p:sp>
        <p:nvSpPr>
          <p:cNvPr id="15" name="Right Bracket 14">
            <a:extLst>
              <a:ext uri="{FF2B5EF4-FFF2-40B4-BE49-F238E27FC236}">
                <a16:creationId xmlns:a16="http://schemas.microsoft.com/office/drawing/2014/main" id="{013B5D3E-F4EB-3A4E-EF5D-95B72D9BEA2F}"/>
              </a:ext>
            </a:extLst>
          </p:cNvPr>
          <p:cNvSpPr/>
          <p:nvPr/>
        </p:nvSpPr>
        <p:spPr>
          <a:xfrm rot="16200000">
            <a:off x="5312240" y="32648"/>
            <a:ext cx="696684" cy="3657615"/>
          </a:xfrm>
          <a:prstGeom prst="rightBracke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7045348-4339-63C4-BA39-BCB51D33109E}"/>
              </a:ext>
            </a:extLst>
          </p:cNvPr>
          <p:cNvCxnSpPr>
            <a:stCxn id="4" idx="2"/>
          </p:cNvCxnSpPr>
          <p:nvPr/>
        </p:nvCxnSpPr>
        <p:spPr>
          <a:xfrm flipH="1">
            <a:off x="5660571" y="1077685"/>
            <a:ext cx="10" cy="123008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riangle 17">
            <a:extLst>
              <a:ext uri="{FF2B5EF4-FFF2-40B4-BE49-F238E27FC236}">
                <a16:creationId xmlns:a16="http://schemas.microsoft.com/office/drawing/2014/main" id="{BC1637BA-4BFC-0420-EF18-AE34503FAC35}"/>
              </a:ext>
            </a:extLst>
          </p:cNvPr>
          <p:cNvSpPr/>
          <p:nvPr/>
        </p:nvSpPr>
        <p:spPr>
          <a:xfrm rot="10800000">
            <a:off x="5589814" y="2209799"/>
            <a:ext cx="141514" cy="119742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riangle 18">
            <a:extLst>
              <a:ext uri="{FF2B5EF4-FFF2-40B4-BE49-F238E27FC236}">
                <a16:creationId xmlns:a16="http://schemas.microsoft.com/office/drawing/2014/main" id="{97326EE6-91B6-0ECC-23FC-EF19F2B94062}"/>
              </a:ext>
            </a:extLst>
          </p:cNvPr>
          <p:cNvSpPr/>
          <p:nvPr/>
        </p:nvSpPr>
        <p:spPr>
          <a:xfrm rot="10800000">
            <a:off x="3761005" y="2209798"/>
            <a:ext cx="141514" cy="119742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riangle 19">
            <a:extLst>
              <a:ext uri="{FF2B5EF4-FFF2-40B4-BE49-F238E27FC236}">
                <a16:creationId xmlns:a16="http://schemas.microsoft.com/office/drawing/2014/main" id="{B39CCED5-2AAB-179F-E4A5-DB2394D65213}"/>
              </a:ext>
            </a:extLst>
          </p:cNvPr>
          <p:cNvSpPr/>
          <p:nvPr/>
        </p:nvSpPr>
        <p:spPr>
          <a:xfrm rot="10800000">
            <a:off x="7418611" y="2209798"/>
            <a:ext cx="141514" cy="119742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4B1C655-304A-8E80-B32F-C2A0D36207AA}"/>
              </a:ext>
            </a:extLst>
          </p:cNvPr>
          <p:cNvSpPr/>
          <p:nvPr/>
        </p:nvSpPr>
        <p:spPr>
          <a:xfrm>
            <a:off x="4868860" y="2477585"/>
            <a:ext cx="1583422" cy="548641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Repeated stress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n = #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2CB6ED0F-294D-F564-4752-4647CADC6F1B}"/>
              </a:ext>
            </a:extLst>
          </p:cNvPr>
          <p:cNvSpPr/>
          <p:nvPr/>
        </p:nvSpPr>
        <p:spPr>
          <a:xfrm>
            <a:off x="3040050" y="2477585"/>
            <a:ext cx="1583422" cy="548641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Acute stress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n = #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F829495E-B3FD-C656-2D60-82F987BBDB5A}"/>
              </a:ext>
            </a:extLst>
          </p:cNvPr>
          <p:cNvSpPr/>
          <p:nvPr/>
        </p:nvSpPr>
        <p:spPr>
          <a:xfrm>
            <a:off x="6697657" y="2477585"/>
            <a:ext cx="1583422" cy="54864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Naïve 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n = #</a:t>
            </a:r>
          </a:p>
        </p:txBody>
      </p:sp>
      <p:sp>
        <p:nvSpPr>
          <p:cNvPr id="50" name="Right Bracket 49">
            <a:extLst>
              <a:ext uri="{FF2B5EF4-FFF2-40B4-BE49-F238E27FC236}">
                <a16:creationId xmlns:a16="http://schemas.microsoft.com/office/drawing/2014/main" id="{6C66DF6A-4FF2-72ED-2AE4-8514A940D487}"/>
              </a:ext>
            </a:extLst>
          </p:cNvPr>
          <p:cNvSpPr/>
          <p:nvPr/>
        </p:nvSpPr>
        <p:spPr>
          <a:xfrm rot="16200000">
            <a:off x="3483421" y="2536348"/>
            <a:ext cx="696684" cy="3657615"/>
          </a:xfrm>
          <a:prstGeom prst="rightBracke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8F4B916A-647E-AD83-C12B-75B2331B6322}"/>
              </a:ext>
            </a:extLst>
          </p:cNvPr>
          <p:cNvCxnSpPr>
            <a:cxnSpLocks/>
            <a:stCxn id="47" idx="2"/>
          </p:cNvCxnSpPr>
          <p:nvPr/>
        </p:nvCxnSpPr>
        <p:spPr>
          <a:xfrm flipH="1">
            <a:off x="3831752" y="3026226"/>
            <a:ext cx="9" cy="178524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riangle 51">
            <a:extLst>
              <a:ext uri="{FF2B5EF4-FFF2-40B4-BE49-F238E27FC236}">
                <a16:creationId xmlns:a16="http://schemas.microsoft.com/office/drawing/2014/main" id="{B417186F-80F1-6768-629E-EC605572E8A4}"/>
              </a:ext>
            </a:extLst>
          </p:cNvPr>
          <p:cNvSpPr/>
          <p:nvPr/>
        </p:nvSpPr>
        <p:spPr>
          <a:xfrm rot="10800000">
            <a:off x="3760995" y="4713499"/>
            <a:ext cx="141514" cy="119742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riangle 52">
            <a:extLst>
              <a:ext uri="{FF2B5EF4-FFF2-40B4-BE49-F238E27FC236}">
                <a16:creationId xmlns:a16="http://schemas.microsoft.com/office/drawing/2014/main" id="{C69A1C90-9489-16AD-0188-F333B7D01600}"/>
              </a:ext>
            </a:extLst>
          </p:cNvPr>
          <p:cNvSpPr/>
          <p:nvPr/>
        </p:nvSpPr>
        <p:spPr>
          <a:xfrm rot="10800000">
            <a:off x="1932186" y="4713498"/>
            <a:ext cx="141514" cy="119742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riangle 53">
            <a:extLst>
              <a:ext uri="{FF2B5EF4-FFF2-40B4-BE49-F238E27FC236}">
                <a16:creationId xmlns:a16="http://schemas.microsoft.com/office/drawing/2014/main" id="{EF2640ED-A387-94CA-0A96-01F6CD864BC0}"/>
              </a:ext>
            </a:extLst>
          </p:cNvPr>
          <p:cNvSpPr/>
          <p:nvPr/>
        </p:nvSpPr>
        <p:spPr>
          <a:xfrm rot="10800000">
            <a:off x="5589792" y="4713498"/>
            <a:ext cx="141514" cy="119742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9CB18E1-33B4-2185-6B78-73DB3C4E33C8}"/>
              </a:ext>
            </a:extLst>
          </p:cNvPr>
          <p:cNvSpPr/>
          <p:nvPr/>
        </p:nvSpPr>
        <p:spPr>
          <a:xfrm>
            <a:off x="2875305" y="4981285"/>
            <a:ext cx="1912881" cy="548641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Mifepristone injection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n = #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3943FBF-CF1D-AAE6-C50F-07E43A2423E0}"/>
              </a:ext>
            </a:extLst>
          </p:cNvPr>
          <p:cNvSpPr/>
          <p:nvPr/>
        </p:nvSpPr>
        <p:spPr>
          <a:xfrm>
            <a:off x="1211231" y="4981285"/>
            <a:ext cx="1583422" cy="548641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No injection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n = #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8489B22-3558-FCBB-1914-FE0DDF9E61CB}"/>
              </a:ext>
            </a:extLst>
          </p:cNvPr>
          <p:cNvSpPr/>
          <p:nvPr/>
        </p:nvSpPr>
        <p:spPr>
          <a:xfrm>
            <a:off x="4868838" y="4981285"/>
            <a:ext cx="1583422" cy="53884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Vehicle injection 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n = #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788B2793-1A20-7E35-D04B-770FF645C94E}"/>
              </a:ext>
            </a:extLst>
          </p:cNvPr>
          <p:cNvSpPr/>
          <p:nvPr/>
        </p:nvSpPr>
        <p:spPr>
          <a:xfrm>
            <a:off x="2890345" y="3303805"/>
            <a:ext cx="1818289" cy="31568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Random assignment</a:t>
            </a:r>
          </a:p>
        </p:txBody>
      </p:sp>
    </p:spTree>
    <p:extLst>
      <p:ext uri="{BB962C8B-B14F-4D97-AF65-F5344CB8AC3E}">
        <p14:creationId xmlns:p14="http://schemas.microsoft.com/office/powerpoint/2010/main" val="12203550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37</Words>
  <Application>Microsoft Macintosh PowerPoint</Application>
  <PresentationFormat>Widescreen</PresentationFormat>
  <Paragraphs>16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Ruby Muzzatti</dc:creator>
  <cp:lastModifiedBy>Ruby Muzzatti</cp:lastModifiedBy>
  <cp:revision>4</cp:revision>
  <dcterms:created xsi:type="dcterms:W3CDTF">2025-10-27T12:41:25Z</dcterms:created>
  <dcterms:modified xsi:type="dcterms:W3CDTF">2025-10-27T12:56:57Z</dcterms:modified>
</cp:coreProperties>
</file>