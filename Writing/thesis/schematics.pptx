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49394-DEC3-9448-BB9C-504DDE178331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350A3-CE70-2040-9916-5FB729799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8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350A3-CE70-2040-9916-5FB729799C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62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04C3-1F4E-472D-1ECB-662C74B0A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E04E2-AE37-4D27-20F2-95D8CD8A0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6C5D0-791B-FDE4-E4BE-DE06442E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5FA1F-76A7-4CED-2E29-765FAA6C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6E68A-838A-CDA0-1536-C4FADCAE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8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BA5D-BCBC-6A1B-D09B-B2A453FB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8E90B-8A00-23B9-0E04-CA6DF2071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BC0F2-A104-22DA-92EC-04B864B4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747F1-8548-EFB5-89A3-EF04A80E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FFEFF-03F6-B74A-05E6-B3FBA60F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60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B0D9-1628-E81D-A373-B9B27264D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42785-77A5-4F83-4869-9435BA4D2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4DC9E-4F20-29F1-38DE-CFC44AA6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6F028-FA23-397C-7E14-F44889E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9AA2C-EABE-EEDE-4D6A-9DCE9594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5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F0F4-87F4-3029-13AD-1B2DDE51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061AE-F7F5-69F8-2CCF-96705920E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59C45-3EC2-618F-9D7B-EC025471A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BE477-599F-F657-C9D7-F20712E30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A328F-5F5E-1FCB-70F9-E5D99E35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09827-B9DA-4AA3-5E8C-7B8E47C2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7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C719-5639-B825-00A1-AC90CB9D4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09E52-D66B-8660-E8FE-E241AD759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B7AE4-17F6-84A1-2ACC-19B8490E2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621FC-CDD3-F1BC-79EF-F54FC7A95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1EF405-C1B9-D6B5-52DB-6D1705632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4D774-850B-9717-9263-54F12A96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16797-76BF-3B49-15C1-86CD3214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12CF4-F418-AB6D-1A33-8A7DDB79F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05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91B3E-7BCF-CCE7-0261-8C842F6B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A0C9D-7690-BBF1-0CB9-4D43D30E8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9872B-B250-EE4A-27FB-ED78A5401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AD2AE-AE3E-BCF9-3FA7-4B0595F6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04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DBCF3-F60F-43D4-7196-E4D35971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B4A77-D46C-B6F5-6298-6ACD5445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CCD07-3051-6F83-42BC-06CC7663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4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E486-83AA-6AAB-69D4-3053CBB55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9E350-060B-9269-8756-DC6CD38C5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2349D-B9AA-CE33-CC52-9043D4DC8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5E17D-77BB-E687-11E9-B80EEF5E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39278-EA6F-8057-4968-99D980C0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97C7F-DD77-DFD1-CB56-B28BE43A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A2FC-6565-D726-5665-6A5C7073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A3E5B-1EFF-54E8-445E-6C20022EC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24733-638A-E849-593C-9184BAF6B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F7B54-5EE3-0BF8-DECE-A00A15A2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4021B-031F-042C-3B3E-5A642F35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E0079-9937-A2D3-CA4E-CA373FE0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7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28BD2-C8DC-3D6C-0AA7-A86F2793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511E7-43CB-D826-108C-4A1D455E4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5545D-6480-32CB-3B80-04C4D48D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BD1E3-D04F-2671-7F1A-063F94F9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28F4D-1AFC-DE40-168E-5D0EAA23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8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8616B4-0730-64CC-9836-9890DBEB0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3E9DA-5482-8E98-1100-0C19CE7F1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57D01-47C1-CF96-0805-A2B824CD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4E1ED-9300-D81E-3E45-DF0BBEAA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95C4E-EBE8-EABC-7465-FE0C4070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2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F70010-2838-67AC-603F-E5AF2C0B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CCB2-2107-989A-58E0-C700B874C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12357-8B9C-91C0-56BF-791BF92DA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5A7DA-9F43-5B46-81ED-F4D45E6DB0AD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294F3-0E3B-CAF5-E5F7-3B0FADF19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7C7B6-7F4B-19FA-7173-1ED4F2FEF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FC7BD-9425-0A4D-B598-68D3CADD5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1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D4B331-FDD8-2B84-1293-E9CA846F6C8B}"/>
              </a:ext>
            </a:extLst>
          </p:cNvPr>
          <p:cNvSpPr/>
          <p:nvPr/>
        </p:nvSpPr>
        <p:spPr>
          <a:xfrm>
            <a:off x="4348852" y="380999"/>
            <a:ext cx="2623458" cy="6966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Random assignment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n = #</a:t>
            </a:r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013B5D3E-F4EB-3A4E-EF5D-95B72D9BEA2F}"/>
              </a:ext>
            </a:extLst>
          </p:cNvPr>
          <p:cNvSpPr/>
          <p:nvPr/>
        </p:nvSpPr>
        <p:spPr>
          <a:xfrm rot="16200000">
            <a:off x="5312240" y="32648"/>
            <a:ext cx="696684" cy="3657615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045348-4339-63C4-BA39-BCB51D33109E}"/>
              </a:ext>
            </a:extLst>
          </p:cNvPr>
          <p:cNvCxnSpPr>
            <a:stCxn id="4" idx="2"/>
          </p:cNvCxnSpPr>
          <p:nvPr/>
        </p:nvCxnSpPr>
        <p:spPr>
          <a:xfrm flipH="1">
            <a:off x="5660571" y="1077685"/>
            <a:ext cx="10" cy="12300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iangle 17">
            <a:extLst>
              <a:ext uri="{FF2B5EF4-FFF2-40B4-BE49-F238E27FC236}">
                <a16:creationId xmlns:a16="http://schemas.microsoft.com/office/drawing/2014/main" id="{BC1637BA-4BFC-0420-EF18-AE34503FAC35}"/>
              </a:ext>
            </a:extLst>
          </p:cNvPr>
          <p:cNvSpPr/>
          <p:nvPr/>
        </p:nvSpPr>
        <p:spPr>
          <a:xfrm rot="10800000">
            <a:off x="5589814" y="2209799"/>
            <a:ext cx="141514" cy="1197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97326EE6-91B6-0ECC-23FC-EF19F2B94062}"/>
              </a:ext>
            </a:extLst>
          </p:cNvPr>
          <p:cNvSpPr/>
          <p:nvPr/>
        </p:nvSpPr>
        <p:spPr>
          <a:xfrm rot="10800000">
            <a:off x="3761005" y="2209798"/>
            <a:ext cx="141514" cy="1197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B39CCED5-2AAB-179F-E4A5-DB2394D65213}"/>
              </a:ext>
            </a:extLst>
          </p:cNvPr>
          <p:cNvSpPr/>
          <p:nvPr/>
        </p:nvSpPr>
        <p:spPr>
          <a:xfrm rot="10800000">
            <a:off x="7418611" y="2209798"/>
            <a:ext cx="141514" cy="1197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1C655-304A-8E80-B32F-C2A0D36207AA}"/>
              </a:ext>
            </a:extLst>
          </p:cNvPr>
          <p:cNvSpPr/>
          <p:nvPr/>
        </p:nvSpPr>
        <p:spPr>
          <a:xfrm>
            <a:off x="4868860" y="2477585"/>
            <a:ext cx="1583422" cy="5486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Repeated stress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 = #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B6ED0F-294D-F564-4752-4647CADC6F1B}"/>
              </a:ext>
            </a:extLst>
          </p:cNvPr>
          <p:cNvSpPr/>
          <p:nvPr/>
        </p:nvSpPr>
        <p:spPr>
          <a:xfrm>
            <a:off x="3040050" y="2477585"/>
            <a:ext cx="1583422" cy="5486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Acute stress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 = #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29495E-B3FD-C656-2D60-82F987BBDB5A}"/>
              </a:ext>
            </a:extLst>
          </p:cNvPr>
          <p:cNvSpPr/>
          <p:nvPr/>
        </p:nvSpPr>
        <p:spPr>
          <a:xfrm>
            <a:off x="6697657" y="2477585"/>
            <a:ext cx="1583422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Naïve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 = #</a:t>
            </a:r>
          </a:p>
        </p:txBody>
      </p:sp>
      <p:sp>
        <p:nvSpPr>
          <p:cNvPr id="50" name="Right Bracket 49">
            <a:extLst>
              <a:ext uri="{FF2B5EF4-FFF2-40B4-BE49-F238E27FC236}">
                <a16:creationId xmlns:a16="http://schemas.microsoft.com/office/drawing/2014/main" id="{6C66DF6A-4FF2-72ED-2AE4-8514A940D487}"/>
              </a:ext>
            </a:extLst>
          </p:cNvPr>
          <p:cNvSpPr/>
          <p:nvPr/>
        </p:nvSpPr>
        <p:spPr>
          <a:xfrm rot="16200000">
            <a:off x="3483421" y="2536348"/>
            <a:ext cx="696684" cy="3657615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F4B916A-647E-AD83-C12B-75B2331B6322}"/>
              </a:ext>
            </a:extLst>
          </p:cNvPr>
          <p:cNvCxnSpPr>
            <a:cxnSpLocks/>
            <a:stCxn id="47" idx="2"/>
            <a:endCxn id="50" idx="2"/>
          </p:cNvCxnSpPr>
          <p:nvPr/>
        </p:nvCxnSpPr>
        <p:spPr>
          <a:xfrm>
            <a:off x="3831761" y="3026226"/>
            <a:ext cx="3" cy="990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riangle 52">
            <a:extLst>
              <a:ext uri="{FF2B5EF4-FFF2-40B4-BE49-F238E27FC236}">
                <a16:creationId xmlns:a16="http://schemas.microsoft.com/office/drawing/2014/main" id="{C69A1C90-9489-16AD-0188-F333B7D01600}"/>
              </a:ext>
            </a:extLst>
          </p:cNvPr>
          <p:cNvSpPr/>
          <p:nvPr/>
        </p:nvSpPr>
        <p:spPr>
          <a:xfrm rot="10800000">
            <a:off x="1932186" y="4713498"/>
            <a:ext cx="141514" cy="1197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riangle 53">
            <a:extLst>
              <a:ext uri="{FF2B5EF4-FFF2-40B4-BE49-F238E27FC236}">
                <a16:creationId xmlns:a16="http://schemas.microsoft.com/office/drawing/2014/main" id="{EF2640ED-A387-94CA-0A96-01F6CD864BC0}"/>
              </a:ext>
            </a:extLst>
          </p:cNvPr>
          <p:cNvSpPr/>
          <p:nvPr/>
        </p:nvSpPr>
        <p:spPr>
          <a:xfrm rot="10800000">
            <a:off x="5589792" y="4713498"/>
            <a:ext cx="141514" cy="1197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943FBF-CF1D-AAE6-C50F-07E43A2423E0}"/>
              </a:ext>
            </a:extLst>
          </p:cNvPr>
          <p:cNvSpPr/>
          <p:nvPr/>
        </p:nvSpPr>
        <p:spPr>
          <a:xfrm>
            <a:off x="1211231" y="4981285"/>
            <a:ext cx="1583422" cy="5486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5uM AM251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 = #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8489B22-3558-FCBB-1914-FE0DDF9E61CB}"/>
              </a:ext>
            </a:extLst>
          </p:cNvPr>
          <p:cNvSpPr/>
          <p:nvPr/>
        </p:nvSpPr>
        <p:spPr>
          <a:xfrm>
            <a:off x="4868838" y="4981285"/>
            <a:ext cx="1583422" cy="5388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Control solution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 = #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88B2793-1A20-7E35-D04B-770FF645C94E}"/>
              </a:ext>
            </a:extLst>
          </p:cNvPr>
          <p:cNvSpPr/>
          <p:nvPr/>
        </p:nvSpPr>
        <p:spPr>
          <a:xfrm>
            <a:off x="2890345" y="3303805"/>
            <a:ext cx="1818289" cy="3156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Random assignment</a:t>
            </a:r>
          </a:p>
        </p:txBody>
      </p:sp>
    </p:spTree>
    <p:extLst>
      <p:ext uri="{BB962C8B-B14F-4D97-AF65-F5344CB8AC3E}">
        <p14:creationId xmlns:p14="http://schemas.microsoft.com/office/powerpoint/2010/main" val="122035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32</Words>
  <Application>Microsoft Macintosh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Ruby Muzzatti</dc:creator>
  <cp:lastModifiedBy>Ruby Muzzatti</cp:lastModifiedBy>
  <cp:revision>5</cp:revision>
  <dcterms:created xsi:type="dcterms:W3CDTF">2025-10-27T12:41:25Z</dcterms:created>
  <dcterms:modified xsi:type="dcterms:W3CDTF">2026-03-27T21:29:36Z</dcterms:modified>
</cp:coreProperties>
</file>